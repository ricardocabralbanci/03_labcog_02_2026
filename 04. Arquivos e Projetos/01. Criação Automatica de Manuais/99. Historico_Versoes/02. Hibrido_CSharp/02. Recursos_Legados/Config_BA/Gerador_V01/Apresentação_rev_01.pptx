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05" r:id="rId2"/>
    <p:sldId id="306" r:id="rId3"/>
    <p:sldId id="319" r:id="rId4"/>
    <p:sldId id="313" r:id="rId5"/>
    <p:sldId id="312" r:id="rId6"/>
    <p:sldId id="314" r:id="rId7"/>
    <p:sldId id="320" r:id="rId8"/>
    <p:sldId id="315" r:id="rId9"/>
    <p:sldId id="316" r:id="rId10"/>
    <p:sldId id="321" r:id="rId11"/>
    <p:sldId id="317" r:id="rId12"/>
    <p:sldId id="318" r:id="rId13"/>
    <p:sldId id="322" r:id="rId14"/>
    <p:sldId id="323" r:id="rId15"/>
  </p:sldIdLst>
  <p:sldSz cx="12192000" cy="6858000"/>
  <p:notesSz cx="6797675" cy="9926638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1">
          <p15:clr>
            <a:srgbClr val="A4A3A4"/>
          </p15:clr>
        </p15:guide>
        <p15:guide id="2" orient="horz" pos="578">
          <p15:clr>
            <a:srgbClr val="A4A3A4"/>
          </p15:clr>
        </p15:guide>
        <p15:guide id="3" orient="horz" pos="513">
          <p15:clr>
            <a:srgbClr val="A4A3A4"/>
          </p15:clr>
        </p15:guide>
        <p15:guide id="4" orient="horz" pos="3796">
          <p15:clr>
            <a:srgbClr val="A4A3A4"/>
          </p15:clr>
        </p15:guide>
        <p15:guide id="5" orient="horz" pos="3900">
          <p15:clr>
            <a:srgbClr val="A4A3A4"/>
          </p15:clr>
        </p15:guide>
        <p15:guide id="6" orient="horz" pos="3974">
          <p15:clr>
            <a:srgbClr val="A4A3A4"/>
          </p15:clr>
        </p15:guide>
        <p15:guide id="7" orient="horz" pos="4076">
          <p15:clr>
            <a:srgbClr val="A4A3A4"/>
          </p15:clr>
        </p15:guide>
        <p15:guide id="8" orient="horz" pos="1170">
          <p15:clr>
            <a:srgbClr val="A4A3A4"/>
          </p15:clr>
        </p15:guide>
        <p15:guide id="9" orient="horz" pos="938">
          <p15:clr>
            <a:srgbClr val="A4A3A4"/>
          </p15:clr>
        </p15:guide>
        <p15:guide id="10" orient="horz" pos="129">
          <p15:clr>
            <a:srgbClr val="A4A3A4"/>
          </p15:clr>
        </p15:guide>
        <p15:guide id="11" pos="3840">
          <p15:clr>
            <a:srgbClr val="A4A3A4"/>
          </p15:clr>
        </p15:guide>
        <p15:guide id="12" pos="442">
          <p15:clr>
            <a:srgbClr val="A4A3A4"/>
          </p15:clr>
        </p15:guide>
        <p15:guide id="13" pos="7243">
          <p15:clr>
            <a:srgbClr val="A4A3A4"/>
          </p15:clr>
        </p15:guide>
        <p15:guide id="14" pos="3730">
          <p15:clr>
            <a:srgbClr val="A4A3A4"/>
          </p15:clr>
        </p15:guide>
        <p15:guide id="15" pos="39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000000"/>
    <a:srgbClr val="010000"/>
    <a:srgbClr val="FFFFFF"/>
    <a:srgbClr val="CCE4BE"/>
    <a:srgbClr val="018CD1"/>
    <a:srgbClr val="9B9B9B"/>
    <a:srgbClr val="9F9F9F"/>
    <a:srgbClr val="B0B0B0"/>
    <a:srgbClr val="01A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6374" autoAdjust="0"/>
  </p:normalViewPr>
  <p:slideViewPr>
    <p:cSldViewPr snapToGrid="0" snapToObjects="1" showGuides="1">
      <p:cViewPr varScale="1">
        <p:scale>
          <a:sx n="114" d="100"/>
          <a:sy n="114" d="100"/>
        </p:scale>
        <p:origin x="360" y="120"/>
      </p:cViewPr>
      <p:guideLst>
        <p:guide orient="horz" pos="1201"/>
        <p:guide orient="horz" pos="578"/>
        <p:guide orient="horz" pos="513"/>
        <p:guide orient="horz" pos="3796"/>
        <p:guide orient="horz" pos="3900"/>
        <p:guide orient="horz" pos="3974"/>
        <p:guide orient="horz" pos="4076"/>
        <p:guide orient="horz" pos="1170"/>
        <p:guide orient="horz" pos="938"/>
        <p:guide orient="horz" pos="129"/>
        <p:guide pos="3840"/>
        <p:guide pos="442"/>
        <p:guide pos="7243"/>
        <p:guide pos="3730"/>
        <p:guide pos="39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84" d="100"/>
          <a:sy n="84" d="100"/>
        </p:scale>
        <p:origin x="3828" y="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BBB65-F26D-4624-B4D4-45AE5063005E}" type="datetimeFigureOut">
              <a:rPr lang="de-DE" smtClean="0"/>
              <a:t>31.03.2022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66806-C96B-4B4A-9C38-BBA81B6EDA02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525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sr-Latn-RS" alt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CFC1609-2CCD-48D0-A29E-81A4492E5E4B}" type="datetime1">
              <a:rPr lang="de-DE" altLang="sr-Latn-RS"/>
              <a:pPr>
                <a:defRPr/>
              </a:pPr>
              <a:t>31.03.2022</a:t>
            </a:fld>
            <a:endParaRPr lang="de-DE" alt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sr-Latn-RS" altLang="sr-Latn-R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altLang="sr-Latn-RS" noProof="0"/>
              <a:t>Click to edit Master text styles</a:t>
            </a:r>
          </a:p>
          <a:p>
            <a:pPr lvl="1"/>
            <a:r>
              <a:rPr lang="de-DE" altLang="sr-Latn-RS" noProof="0"/>
              <a:t>Second level</a:t>
            </a:r>
          </a:p>
          <a:p>
            <a:pPr lvl="2"/>
            <a:r>
              <a:rPr lang="de-DE" altLang="sr-Latn-RS" noProof="0"/>
              <a:t>Third level</a:t>
            </a:r>
          </a:p>
          <a:p>
            <a:pPr lvl="3"/>
            <a:r>
              <a:rPr lang="de-DE" altLang="sr-Latn-RS" noProof="0"/>
              <a:t>Fourth level</a:t>
            </a:r>
          </a:p>
          <a:p>
            <a:pPr lvl="4"/>
            <a:r>
              <a:rPr lang="de-DE" altLang="sr-Latn-R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sr-Latn-RS" alt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DC6A04D-E775-475E-9F35-B9C3A93F3E3F}" type="slidenum">
              <a:rPr lang="de-DE" altLang="sr-Latn-RS"/>
              <a:pPr>
                <a:defRPr/>
              </a:pPr>
              <a:t>‹nº›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3605833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ＭＳ Ｐゴシック" pitchFamily="7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3089473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2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1485885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3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3483742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4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1778216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5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4013434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6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3623737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7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30177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8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1971072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9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263924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10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3553624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11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3113395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12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1256826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13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2795003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14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1126510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0" y="1904"/>
            <a:ext cx="12192000" cy="6856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5F8C1C-B0E1-E841-8BEF-50CCEDE3E2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32" b="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73480" y="2187345"/>
            <a:ext cx="5730240" cy="1218795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br>
              <a:rPr lang="hr-HR" dirty="0"/>
            </a:br>
            <a:r>
              <a:rPr lang="fr-FR" dirty="0"/>
              <a:t>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73162" y="3535326"/>
            <a:ext cx="50927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 b="1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br>
              <a:rPr lang="hr-HR" dirty="0"/>
            </a:br>
            <a:r>
              <a:rPr lang="fr-FR" dirty="0"/>
              <a:t>Master </a:t>
            </a:r>
            <a:r>
              <a:rPr lang="fr-FR" dirty="0" err="1"/>
              <a:t>subtitle</a:t>
            </a:r>
            <a:r>
              <a:rPr lang="fr-FR" dirty="0"/>
              <a:t>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45" y="567028"/>
            <a:ext cx="2301876" cy="716942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173162" y="6077204"/>
            <a:ext cx="5092700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 cap="all" baseline="0">
                <a:solidFill>
                  <a:schemeClr val="accent4"/>
                </a:solidFill>
              </a:defRPr>
            </a:lvl1pPr>
            <a:lvl2pPr marL="30480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2pPr>
            <a:lvl3pPr marL="587375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3pPr>
            <a:lvl4pPr marL="860425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4pPr>
            <a:lvl5pPr marL="110490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1173162" y="5797804"/>
            <a:ext cx="5092700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 cap="all" baseline="0">
                <a:solidFill>
                  <a:schemeClr val="accent4"/>
                </a:solidFill>
              </a:defRPr>
            </a:lvl1pPr>
            <a:lvl2pPr marL="30480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2pPr>
            <a:lvl3pPr marL="587375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3pPr>
            <a:lvl4pPr marL="860425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4pPr>
            <a:lvl5pPr marL="110490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73163" y="5150358"/>
            <a:ext cx="1817919" cy="504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accent4"/>
                </a:solidFill>
              </a:defRPr>
            </a:lvl1pPr>
          </a:lstStyle>
          <a:p>
            <a:r>
              <a:rPr lang="de-DE" dirty="0"/>
              <a:t>External Logo</a:t>
            </a:r>
            <a:br>
              <a:rPr lang="de-DE" dirty="0"/>
            </a:br>
            <a:r>
              <a:rPr lang="de-DE" dirty="0" err="1"/>
              <a:t>placeholder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1575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10798175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10798175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C35A834-6E74-43D7-AA69-8CAB91AC9D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9B4ADC-9C0E-47B7-A6D2-0EA082F339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fld id="{569FD509-1C6C-4858-83B0-F9704A8C7EFE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B298E27-FA46-44D3-97A4-42D3E284ACB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5FFC2B5F-8960-4B5D-B563-EAFE54DD913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57A44E8F-AE80-4F66-A712-289F536E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93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0" y="1904"/>
            <a:ext cx="12192000" cy="6856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2B3BDDE-4157-8F45-8ADA-BAF78E64D7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32" b="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16480" y="3257396"/>
            <a:ext cx="5730240" cy="1218795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br>
              <a:rPr lang="hr-HR" dirty="0"/>
            </a:br>
            <a:r>
              <a:rPr lang="fr-FR" dirty="0"/>
              <a:t>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16162" y="4605377"/>
            <a:ext cx="50927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br>
              <a:rPr lang="hr-HR" dirty="0"/>
            </a:br>
            <a:r>
              <a:rPr lang="fr-FR" dirty="0"/>
              <a:t>Master </a:t>
            </a:r>
            <a:r>
              <a:rPr lang="fr-FR" dirty="0" err="1"/>
              <a:t>subtitle</a:t>
            </a:r>
            <a:r>
              <a:rPr lang="fr-FR" dirty="0"/>
              <a:t>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45" y="567028"/>
            <a:ext cx="2301876" cy="716942"/>
          </a:xfrm>
          <a:prstGeom prst="rect">
            <a:avLst/>
          </a:prstGeom>
        </p:spPr>
      </p:pic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80D2F69F-8CBB-41D6-8F2A-A04B51DFD26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311900" y="5806122"/>
            <a:ext cx="1817919" cy="504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accent4"/>
                </a:solidFill>
              </a:defRPr>
            </a:lvl1pPr>
          </a:lstStyle>
          <a:p>
            <a:r>
              <a:rPr lang="de-DE" dirty="0"/>
              <a:t>External Logo</a:t>
            </a:r>
            <a:br>
              <a:rPr lang="de-DE" dirty="0"/>
            </a:br>
            <a:r>
              <a:rPr lang="de-DE" dirty="0" err="1"/>
              <a:t>placeholder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6981825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264525" y="1563466"/>
            <a:ext cx="3927475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6981825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264526" y="4545574"/>
            <a:ext cx="323215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cap="all" baseline="0">
                <a:solidFill>
                  <a:schemeClr val="accent5"/>
                </a:solidFill>
              </a:defRPr>
            </a:lvl1pPr>
            <a:lvl2pPr marL="304800" indent="0">
              <a:buFont typeface="Arial" panose="020B0604020202020204" pitchFamily="34" charset="0"/>
              <a:buNone/>
              <a:defRPr/>
            </a:lvl2pPr>
            <a:lvl3pPr marL="587375" indent="0">
              <a:buFont typeface="Arial" panose="020B0604020202020204" pitchFamily="34" charset="0"/>
              <a:buNone/>
              <a:defRPr/>
            </a:lvl3pPr>
            <a:lvl4pPr marL="860425" indent="0">
              <a:buFont typeface="Arial" panose="020B0604020202020204" pitchFamily="34" charset="0"/>
              <a:buNone/>
              <a:defRPr/>
            </a:lvl4pPr>
            <a:lvl5pPr marL="11049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hr-HR" dirty="0"/>
            </a:br>
            <a:r>
              <a:rPr lang="en-US" dirty="0"/>
              <a:t>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8264525" y="1639888"/>
            <a:ext cx="3927475" cy="26638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5F55BA2F-2E7B-446A-AF3B-3CDA56D948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7E76354-4D72-4F63-B5FE-25607240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68372A-1BCE-4022-ABBD-4E187C0904A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008FD10A-85FC-4E27-99CA-50947A3F9848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4A45C9-5AE2-49EA-A13B-B88D1832155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EEE31A8-F661-4C82-AC6E-09DF3D63CF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268894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 mit Unter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1" y="1485265"/>
            <a:ext cx="5218112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698501" y="1907878"/>
            <a:ext cx="5220000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3ABBFF1-DA66-45FC-8154-4B4D38AD32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5388" y="1907878"/>
            <a:ext cx="5219700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0" hasCustomPrompt="1"/>
          </p:nvPr>
        </p:nvSpPr>
        <p:spPr>
          <a:xfrm>
            <a:off x="698500" y="2279750"/>
            <a:ext cx="5218113" cy="37416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21" hasCustomPrompt="1"/>
          </p:nvPr>
        </p:nvSpPr>
        <p:spPr>
          <a:xfrm>
            <a:off x="6275388" y="2279750"/>
            <a:ext cx="5221287" cy="37416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6275388" y="1485265"/>
            <a:ext cx="5219700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C6CBF75-5377-4DD5-B06F-7C662E7339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5" y="6186488"/>
            <a:ext cx="10799763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DA6F06-2068-45BF-A7B3-FC886585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CE663AF-76CA-4643-A45A-35C2D6AD23AE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defRPr/>
            </a:pPr>
            <a:fld id="{C64E6EBB-A953-4D99-8759-B0F56F372C7E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8AAE76B-8AF1-476B-891E-9C80F10B2D1C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C5C2F28D-3956-4778-B0F0-1132A3ECA33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3146749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5218113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5DACFE9-B418-4275-A4F1-0B04BD74A9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5388" y="1485265"/>
            <a:ext cx="5221286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75389" y="1907800"/>
            <a:ext cx="5221286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3AEE4ED-96C4-4E57-B287-EBBBE8F28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F6ECC1-1D90-46C2-97D0-0A875CED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29BDD5C-AEA5-4EBC-80BA-860356D5FF3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>
              <a:defRPr/>
            </a:pPr>
            <a:fld id="{4851EF72-2439-487B-938E-E0F4F51461D0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F8E7CE-938B-4FF5-A8DB-4A323C366E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2C8148-1602-452D-948C-A55239A604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292332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 und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5218113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1486800"/>
            <a:ext cx="5221287" cy="45370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F135B82-373A-4FC7-958D-B3A6F44D33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326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D0DA3A-59D2-4FA8-8CA6-861DEE77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ADA08DA-32E7-4AF1-B94C-21397A9E14C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>
              <a:defRPr/>
            </a:pPr>
            <a:fld id="{C7F858BF-0787-4F9E-96FD-5FE2F5D3ED73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72877F1-6637-4A4C-9256-5884A7141C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591D5F7-4664-4208-B644-FA2F6532CD1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684468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felder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499" y="1485265"/>
            <a:ext cx="5218114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99135" y="3923388"/>
            <a:ext cx="5219064" cy="370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1387221-1C14-4F45-9CBC-1D5A17861B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5388" y="1485265"/>
            <a:ext cx="5221286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05F34853-A39C-4228-B3F5-DEA411719D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5388" y="3923388"/>
            <a:ext cx="5221286" cy="370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23" hasCustomPrompt="1"/>
          </p:nvPr>
        </p:nvSpPr>
        <p:spPr>
          <a:xfrm>
            <a:off x="6275389" y="1907800"/>
            <a:ext cx="5221286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24" hasCustomPrompt="1"/>
          </p:nvPr>
        </p:nvSpPr>
        <p:spPr>
          <a:xfrm>
            <a:off x="698500" y="4335088"/>
            <a:ext cx="5218113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5" hasCustomPrompt="1"/>
          </p:nvPr>
        </p:nvSpPr>
        <p:spPr>
          <a:xfrm>
            <a:off x="6275389" y="4335088"/>
            <a:ext cx="5221286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FA3C834-C20D-41FC-9161-D91176FC53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7E2A10-7547-40EF-B146-DA3DFA60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6D77C2B-6B19-4260-B229-C4D029AA34E1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>
              <a:defRPr/>
            </a:pPr>
            <a:fld id="{2744974C-A152-40F0-9CA6-82070A57B2B9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697FDE7-221D-4453-B7DE-D72FD69288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62B48D2-E4C3-4F8E-86EA-A75F2CBDBE2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716758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 mit Überschrif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499" y="1485265"/>
            <a:ext cx="5218114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3924000"/>
            <a:ext cx="5219700" cy="370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9" hasCustomPrompt="1"/>
          </p:nvPr>
        </p:nvSpPr>
        <p:spPr>
          <a:xfrm>
            <a:off x="6275388" y="1486800"/>
            <a:ext cx="5221287" cy="45370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24" hasCustomPrompt="1"/>
          </p:nvPr>
        </p:nvSpPr>
        <p:spPr>
          <a:xfrm>
            <a:off x="698500" y="4335088"/>
            <a:ext cx="5218113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DC9ED93-6C59-4F9E-9C7F-39BF61F172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6EF01F-A75F-4C69-B8B4-F2D9AE207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0D84F67-9290-44BE-87D8-E4E4AB7054D6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>
              <a:defRPr/>
            </a:pPr>
            <a:fld id="{E97F9E2C-02D4-4F3F-99C1-C9C0A320864E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4A88E55-A6C5-4744-A1BA-CDB81358C3F6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02C19F24-29F5-44E7-BBBF-15E13950ACF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3059671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40C01-BBE1-4AF8-8E26-3932F9E4CFEE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5325" y="6571992"/>
            <a:ext cx="9000000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altLang="sr-Latn-RS" smtClean="0"/>
            </a:lvl1pPr>
          </a:lstStyle>
          <a:p>
            <a:r>
              <a:rPr lang="de-DE"/>
              <a:t>© KHS GmbH | Department/Referent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6787" y="6571992"/>
            <a:ext cx="376238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de-DE" altLang="sr-Latn-RS" smtClean="0"/>
            </a:lvl1pPr>
          </a:lstStyle>
          <a:p>
            <a:fld id="{F9BD258D-DF80-49E4-A597-35394D6B27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5218113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1486800"/>
            <a:ext cx="5221287" cy="213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Bildplatzhalter 11"/>
          <p:cNvSpPr>
            <a:spLocks noGrp="1"/>
          </p:cNvSpPr>
          <p:nvPr>
            <p:ph type="pic" sz="quarter" idx="18" hasCustomPrompt="1"/>
          </p:nvPr>
        </p:nvSpPr>
        <p:spPr>
          <a:xfrm>
            <a:off x="6275388" y="3886199"/>
            <a:ext cx="5221287" cy="213383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7B3E601-5D66-431A-9078-1C5C75DD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234606E-360F-4916-9073-03F9B57A7B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</p:spTree>
    <p:extLst>
      <p:ext uri="{BB962C8B-B14F-4D97-AF65-F5344CB8AC3E}">
        <p14:creationId xmlns:p14="http://schemas.microsoft.com/office/powerpoint/2010/main" val="264721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094FA-BB8A-40DD-8672-878827131157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5325" y="6571992"/>
            <a:ext cx="9000000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altLang="sr-Latn-RS" smtClean="0"/>
            </a:lvl1pPr>
          </a:lstStyle>
          <a:p>
            <a:r>
              <a:rPr lang="de-DE"/>
              <a:t>© KHS GmbH | Department/Referent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6787" y="6571992"/>
            <a:ext cx="376238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de-DE" altLang="sr-Latn-RS" smtClean="0"/>
            </a:lvl1pPr>
          </a:lstStyle>
          <a:p>
            <a:fld id="{F9BD258D-DF80-49E4-A597-35394D6B27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4E18CF1-F7C1-4593-8F94-8E231F68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083AE5A-9905-46F9-9960-2915EF388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</p:spTree>
    <p:extLst>
      <p:ext uri="{BB962C8B-B14F-4D97-AF65-F5344CB8AC3E}">
        <p14:creationId xmlns:p14="http://schemas.microsoft.com/office/powerpoint/2010/main" val="2708818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68B4C-4EEB-41A1-9BF2-1527ED165D60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5325" y="6571992"/>
            <a:ext cx="9000000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altLang="sr-Latn-RS" smtClean="0"/>
            </a:lvl1pPr>
          </a:lstStyle>
          <a:p>
            <a:r>
              <a:rPr lang="de-DE"/>
              <a:t>© KHS GmbH | Department/Referent</a:t>
            </a:r>
            <a:endParaRPr lang="de-DE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6787" y="6571992"/>
            <a:ext cx="376238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de-DE" altLang="sr-Latn-RS" smtClean="0"/>
            </a:lvl1pPr>
          </a:lstStyle>
          <a:p>
            <a:fld id="{F9BD258D-DF80-49E4-A597-35394D6B273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225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1904"/>
            <a:ext cx="12192000" cy="6856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99B1FC9-CFAB-3F40-8386-97EC05362B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32" b="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83753" y="1887520"/>
            <a:ext cx="5307647" cy="1218795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br>
              <a:rPr lang="hr-HR" dirty="0"/>
            </a:br>
            <a:r>
              <a:rPr lang="de-DE" dirty="0"/>
              <a:t>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45" y="567028"/>
            <a:ext cx="2301876" cy="716942"/>
          </a:xfrm>
          <a:prstGeom prst="rect">
            <a:avLst/>
          </a:prstGeom>
        </p:spPr>
      </p:pic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083753" y="4747578"/>
            <a:ext cx="3796347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cap="all" baseline="0">
                <a:solidFill>
                  <a:schemeClr val="accent4"/>
                </a:solidFill>
                <a:latin typeface="+mn-lt"/>
              </a:defRPr>
            </a:lvl1pPr>
            <a:lvl2pPr marL="304800" indent="0">
              <a:buFont typeface="Arial" panose="020B0604020202020204" pitchFamily="34" charset="0"/>
              <a:buNone/>
              <a:defRPr sz="1400">
                <a:solidFill>
                  <a:schemeClr val="accent4"/>
                </a:solidFill>
                <a:latin typeface="+mn-lt"/>
              </a:defRPr>
            </a:lvl2pPr>
            <a:lvl3pPr marL="587375" indent="0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n-lt"/>
              </a:defRPr>
            </a:lvl3pPr>
            <a:lvl4pPr marL="860425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4pPr>
            <a:lvl5pPr marL="1104900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0194" y="4688205"/>
            <a:ext cx="386715" cy="386715"/>
          </a:xfrm>
          <a:prstGeom prst="rect">
            <a:avLst/>
          </a:prstGeom>
        </p:spPr>
      </p:pic>
      <p:sp>
        <p:nvSpPr>
          <p:cNvPr id="17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083753" y="3624898"/>
            <a:ext cx="3796347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cap="all" baseline="0">
                <a:solidFill>
                  <a:schemeClr val="accent4"/>
                </a:solidFill>
                <a:latin typeface="+mn-lt"/>
              </a:defRPr>
            </a:lvl1pPr>
            <a:lvl2pPr marL="304800" indent="0">
              <a:buFont typeface="Arial" panose="020B0604020202020204" pitchFamily="34" charset="0"/>
              <a:buNone/>
              <a:defRPr sz="1400">
                <a:solidFill>
                  <a:schemeClr val="accent4"/>
                </a:solidFill>
                <a:latin typeface="+mn-lt"/>
              </a:defRPr>
            </a:lvl2pPr>
            <a:lvl3pPr marL="587375" indent="0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n-lt"/>
              </a:defRPr>
            </a:lvl3pPr>
            <a:lvl4pPr marL="860425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4pPr>
            <a:lvl5pPr marL="1104900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2083753" y="3920363"/>
            <a:ext cx="3796347" cy="4924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 cap="all" baseline="0">
                <a:solidFill>
                  <a:schemeClr val="bg2"/>
                </a:solidFill>
                <a:latin typeface="+mn-lt"/>
              </a:defRPr>
            </a:lvl1pPr>
            <a:lvl2pPr marL="304800" indent="0">
              <a:buFont typeface="Arial" panose="020B0604020202020204" pitchFamily="34" charset="0"/>
              <a:buNone/>
              <a:defRPr sz="1400">
                <a:solidFill>
                  <a:schemeClr val="accent4"/>
                </a:solidFill>
                <a:latin typeface="+mn-lt"/>
              </a:defRPr>
            </a:lvl2pPr>
            <a:lvl3pPr marL="587375" indent="0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n-lt"/>
              </a:defRPr>
            </a:lvl3pPr>
            <a:lvl4pPr marL="860425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4pPr>
            <a:lvl5pPr marL="1104900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</a:t>
            </a:r>
            <a:br>
              <a:rPr lang="hr-HR" dirty="0"/>
            </a:br>
            <a:r>
              <a:rPr lang="en-US" dirty="0"/>
              <a:t>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5292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1"/>
            <a:ext cx="12192000" cy="114886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79400" dist="38100" dir="5400000" algn="t" rotWithShape="0">
              <a:schemeClr val="tx1">
                <a:alpha val="1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" name="Rectangle 2"/>
          <p:cNvSpPr/>
          <p:nvPr/>
        </p:nvSpPr>
        <p:spPr>
          <a:xfrm>
            <a:off x="0" y="6470650"/>
            <a:ext cx="12192000" cy="3873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02945" y="201613"/>
            <a:ext cx="9243696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18000" numCol="1" anchor="b" anchorCtr="0" compatLnSpc="1">
            <a:prstTxWarp prst="textNoShape">
              <a:avLst/>
            </a:prstTxWarp>
            <a:no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de-DE" altLang="sr-Latn-RS" dirty="0"/>
              <a:t>Titelmasterformat durch Klicken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59964" y="6571992"/>
            <a:ext cx="1116916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200" b="1">
                <a:solidFill>
                  <a:schemeClr val="bg1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B275DB3-9AEE-4C2F-B9AC-5D330D075E65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5" y="6571992"/>
            <a:ext cx="9000000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eaLnBrk="1" hangingPunct="1">
              <a:defRPr sz="1200" b="1">
                <a:solidFill>
                  <a:schemeClr val="bg1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26787" y="6571992"/>
            <a:ext cx="369888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2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4F60A91-E13B-460D-91E4-A609233C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45" y="1905000"/>
            <a:ext cx="10793730" cy="41163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CCC73D6E-FE01-4676-A4AC-80AA93BF293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340" y="330835"/>
            <a:ext cx="1885878" cy="587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  <p:sldLayoutId id="2147483694" r:id="rId3"/>
    <p:sldLayoutId id="2147483668" r:id="rId4"/>
    <p:sldLayoutId id="2147483690" r:id="rId5"/>
    <p:sldLayoutId id="2147483691" r:id="rId6"/>
    <p:sldLayoutId id="2147483681" r:id="rId7"/>
    <p:sldLayoutId id="2147483692" r:id="rId8"/>
    <p:sldLayoutId id="2147483684" r:id="rId9"/>
    <p:sldLayoutId id="2147483689" r:id="rId10"/>
    <p:sldLayoutId id="2147483693" r:id="rId11"/>
    <p:sldLayoutId id="2147483671" r:id="rId12"/>
    <p:sldLayoutId id="2147483672" r:id="rId13"/>
  </p:sldLayoutIdLst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lang="de-DE" altLang="sr-Latn-RS" sz="2400" kern="1200" dirty="0">
          <a:solidFill>
            <a:schemeClr val="tx2"/>
          </a:solidFill>
          <a:latin typeface="Humnst777 Lt BT" panose="020B0402030504020204" pitchFamily="34" charset="0"/>
          <a:ea typeface="ＭＳ Ｐゴシック" pitchFamily="7" charset="-128"/>
          <a:cs typeface="Arial" panose="020B0604020202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ＭＳ Ｐゴシック" pitchFamily="7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ＭＳ Ｐゴシック" pitchFamily="7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ＭＳ Ｐゴシック" pitchFamily="7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ＭＳ Ｐゴシック" pitchFamily="7" charset="-128"/>
          <a:cs typeface="Arial" panose="020B0604020202020204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7" charset="0"/>
          <a:ea typeface="ＭＳ Ｐゴシック" pitchFamily="7" charset="-128"/>
          <a:cs typeface="ＭＳ Ｐゴシック" pitchFamily="7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7" charset="0"/>
          <a:ea typeface="ＭＳ Ｐゴシック" pitchFamily="7" charset="-128"/>
          <a:cs typeface="ＭＳ Ｐゴシック" pitchFamily="7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7" charset="0"/>
          <a:ea typeface="ＭＳ Ｐゴシック" pitchFamily="7" charset="-128"/>
          <a:cs typeface="ＭＳ Ｐゴシック" pitchFamily="7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7" charset="0"/>
          <a:ea typeface="ＭＳ Ｐゴシック" pitchFamily="7" charset="-128"/>
          <a:cs typeface="ＭＳ Ｐゴシック" pitchFamily="7" charset="-128"/>
        </a:defRPr>
      </a:lvl9pPr>
    </p:titleStyle>
    <p:bodyStyle>
      <a:lvl1pPr marL="282575" indent="-282575" algn="l" defTabSz="457200" rtl="0" eaLnBrk="1" fontAlgn="base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4"/>
        </a:buClr>
        <a:buSzPct val="120000"/>
        <a:buFont typeface="Arial" panose="020B0604020202020204" pitchFamily="34" charset="0"/>
        <a:buChar char="•"/>
        <a:defRPr lang="de-DE" altLang="sr-Latn-RS" sz="2000" kern="1200" dirty="0" smtClean="0">
          <a:solidFill>
            <a:schemeClr val="bg2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1pPr>
      <a:lvl2pPr marL="590400" indent="-284400" algn="l" defTabSz="457200" rtl="0" eaLnBrk="1" fontAlgn="base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4"/>
        </a:buClr>
        <a:buSzPct val="120000"/>
        <a:buFont typeface="Arial" panose="020B0604020202020204" pitchFamily="34" charset="0"/>
        <a:buChar char="•"/>
        <a:defRPr lang="de-DE" altLang="sr-Latn-RS" sz="1800" kern="1200" dirty="0">
          <a:solidFill>
            <a:schemeClr val="accent2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2pPr>
      <a:lvl3pPr marL="873125" indent="-284163" algn="l" defTabSz="457200" rtl="0" eaLnBrk="1" fontAlgn="base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4"/>
        </a:buClr>
        <a:buSzPct val="120000"/>
        <a:buFont typeface="Arial" panose="020B0604020202020204" pitchFamily="34" charset="0"/>
        <a:buChar char="•"/>
        <a:defRPr lang="de-DE" altLang="sr-Latn-RS" sz="1600" kern="1200" dirty="0">
          <a:solidFill>
            <a:schemeClr val="accent4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3pPr>
      <a:lvl4pPr marL="1104900" indent="-457200" algn="l" defTabSz="457200" rtl="0" eaLnBrk="1" fontAlgn="base" hangingPunct="1">
        <a:lnSpc>
          <a:spcPct val="130000"/>
        </a:lnSpc>
        <a:spcBef>
          <a:spcPts val="0"/>
        </a:spcBef>
        <a:spcAft>
          <a:spcPts val="200"/>
        </a:spcAft>
        <a:buClr>
          <a:schemeClr val="accent4"/>
        </a:buClr>
        <a:buSzPct val="120000"/>
        <a:buFont typeface="Arial" panose="020B0604020202020204" pitchFamily="34" charset="0"/>
        <a:buChar char="•"/>
        <a:defRPr lang="de-DE" altLang="sr-Latn-RS" sz="1400" kern="1200" dirty="0">
          <a:solidFill>
            <a:schemeClr val="bg2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4pPr>
      <a:lvl5pPr marL="1341438" indent="-457200" algn="l" defTabSz="457200" rtl="0" eaLnBrk="1" fontAlgn="base" hangingPunct="1">
        <a:lnSpc>
          <a:spcPct val="130000"/>
        </a:lnSpc>
        <a:spcBef>
          <a:spcPts val="0"/>
        </a:spcBef>
        <a:spcAft>
          <a:spcPts val="200"/>
        </a:spcAft>
        <a:buClr>
          <a:schemeClr val="accent4"/>
        </a:buClr>
        <a:buSzPct val="120000"/>
        <a:buFont typeface="Arial" panose="020B0604020202020204" pitchFamily="34" charset="0"/>
        <a:buChar char="•"/>
        <a:tabLst/>
        <a:defRPr lang="de-DE" altLang="sr-Latn-RS" sz="1200" kern="1200" dirty="0">
          <a:solidFill>
            <a:schemeClr val="bg2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2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9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2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5.wmf"/><Relationship Id="rId15" Type="http://schemas.openxmlformats.org/officeDocument/2006/relationships/oleObject" Target="../embeddings/oleObject11.bin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5.bin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ctrTitle"/>
          </p:nvPr>
        </p:nvSpPr>
        <p:spPr>
          <a:xfrm>
            <a:off x="1173480" y="2187345"/>
            <a:ext cx="5730240" cy="1218795"/>
          </a:xfrm>
        </p:spPr>
        <p:txBody>
          <a:bodyPr/>
          <a:lstStyle/>
          <a:p>
            <a:r>
              <a:rPr lang="de-DE" dirty="0" err="1"/>
              <a:t>Configurador</a:t>
            </a:r>
            <a:r>
              <a:rPr lang="de-DE" dirty="0"/>
              <a:t> de </a:t>
            </a:r>
            <a:r>
              <a:rPr lang="de-DE" dirty="0" err="1"/>
              <a:t>Manuais</a:t>
            </a:r>
            <a:r>
              <a:rPr lang="de-DE" dirty="0"/>
              <a:t> de </a:t>
            </a:r>
            <a:r>
              <a:rPr lang="de-DE" dirty="0" err="1"/>
              <a:t>Instruções</a:t>
            </a:r>
            <a:endParaRPr lang="de-DE" dirty="0"/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173162" y="3535326"/>
            <a:ext cx="5092700" cy="369332"/>
          </a:xfrm>
        </p:spPr>
        <p:txBody>
          <a:bodyPr/>
          <a:lstStyle/>
          <a:p>
            <a:r>
              <a:rPr lang="de-DE" dirty="0" err="1"/>
              <a:t>Documentações</a:t>
            </a:r>
            <a:r>
              <a:rPr lang="de-DE" dirty="0"/>
              <a:t> </a:t>
            </a:r>
            <a:r>
              <a:rPr lang="de-DE" dirty="0" err="1"/>
              <a:t>Técnicas</a:t>
            </a:r>
            <a:endParaRPr lang="de-DE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31/03/2022</a:t>
            </a:r>
          </a:p>
        </p:txBody>
      </p:sp>
    </p:spTree>
    <p:extLst>
      <p:ext uri="{BB962C8B-B14F-4D97-AF65-F5344CB8AC3E}">
        <p14:creationId xmlns:p14="http://schemas.microsoft.com/office/powerpoint/2010/main" val="113722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r>
              <a:rPr lang="de-DE" dirty="0" err="1"/>
              <a:t>Simplificar</a:t>
            </a:r>
            <a:r>
              <a:rPr lang="de-DE" dirty="0"/>
              <a:t> e </a:t>
            </a:r>
            <a:r>
              <a:rPr lang="de-DE" dirty="0" err="1"/>
              <a:t>automatizar</a:t>
            </a:r>
            <a:r>
              <a:rPr lang="de-DE" dirty="0"/>
              <a:t> o </a:t>
            </a:r>
            <a:r>
              <a:rPr lang="de-DE" dirty="0" err="1"/>
              <a:t>processo</a:t>
            </a:r>
            <a:r>
              <a:rPr lang="de-DE" dirty="0"/>
              <a:t> de </a:t>
            </a:r>
            <a:r>
              <a:rPr lang="de-DE" dirty="0" err="1"/>
              <a:t>elaboração</a:t>
            </a:r>
            <a:r>
              <a:rPr lang="de-DE" dirty="0"/>
              <a:t> de </a:t>
            </a:r>
            <a:r>
              <a:rPr lang="de-DE" dirty="0" err="1"/>
              <a:t>manuais</a:t>
            </a:r>
            <a:r>
              <a:rPr lang="de-DE" dirty="0"/>
              <a:t> de </a:t>
            </a:r>
            <a:r>
              <a:rPr lang="de-DE" dirty="0" err="1"/>
              <a:t>operação</a:t>
            </a:r>
            <a:r>
              <a:rPr lang="de-DE" dirty="0"/>
              <a:t> (BA);</a:t>
            </a:r>
          </a:p>
          <a:p>
            <a:r>
              <a:rPr lang="de-DE" dirty="0" err="1"/>
              <a:t>Dividir</a:t>
            </a:r>
            <a:r>
              <a:rPr lang="de-DE" dirty="0"/>
              <a:t> o </a:t>
            </a:r>
            <a:r>
              <a:rPr lang="de-DE" dirty="0" err="1"/>
              <a:t>manual</a:t>
            </a:r>
            <a:r>
              <a:rPr lang="de-DE" dirty="0"/>
              <a:t> </a:t>
            </a:r>
            <a:r>
              <a:rPr lang="de-DE" dirty="0" err="1"/>
              <a:t>em</a:t>
            </a:r>
            <a:r>
              <a:rPr lang="de-DE" dirty="0"/>
              <a:t> </a:t>
            </a:r>
            <a:r>
              <a:rPr lang="de-DE" dirty="0" err="1"/>
              <a:t>segmentos</a:t>
            </a:r>
            <a:r>
              <a:rPr lang="de-DE" dirty="0"/>
              <a:t>, </a:t>
            </a:r>
            <a:r>
              <a:rPr lang="de-DE" dirty="0" err="1"/>
              <a:t>que</a:t>
            </a:r>
            <a:r>
              <a:rPr lang="de-DE" dirty="0"/>
              <a:t> </a:t>
            </a:r>
            <a:r>
              <a:rPr lang="de-DE" dirty="0" err="1"/>
              <a:t>podem</a:t>
            </a:r>
            <a:r>
              <a:rPr lang="de-DE" dirty="0"/>
              <a:t> </a:t>
            </a:r>
            <a:r>
              <a:rPr lang="de-DE" dirty="0" err="1"/>
              <a:t>ser</a:t>
            </a:r>
            <a:r>
              <a:rPr lang="de-DE" dirty="0"/>
              <a:t> </a:t>
            </a:r>
            <a:r>
              <a:rPr lang="de-DE" dirty="0" err="1"/>
              <a:t>editados</a:t>
            </a:r>
            <a:r>
              <a:rPr lang="de-DE" dirty="0"/>
              <a:t> </a:t>
            </a:r>
            <a:r>
              <a:rPr lang="de-DE" dirty="0" err="1"/>
              <a:t>individualmente</a:t>
            </a:r>
            <a:r>
              <a:rPr lang="de-DE" dirty="0"/>
              <a:t> </a:t>
            </a:r>
            <a:r>
              <a:rPr lang="de-DE" dirty="0" err="1"/>
              <a:t>pela</a:t>
            </a:r>
            <a:r>
              <a:rPr lang="de-DE" dirty="0"/>
              <a:t> </a:t>
            </a:r>
            <a:r>
              <a:rPr lang="de-DE" dirty="0" err="1"/>
              <a:t>equipe</a:t>
            </a:r>
            <a:r>
              <a:rPr lang="de-DE" dirty="0"/>
              <a:t> de </a:t>
            </a:r>
            <a:r>
              <a:rPr lang="de-DE" dirty="0" err="1"/>
              <a:t>manuais</a:t>
            </a:r>
            <a:r>
              <a:rPr lang="de-DE" dirty="0"/>
              <a:t>;</a:t>
            </a:r>
          </a:p>
          <a:p>
            <a:r>
              <a:rPr lang="de-DE" dirty="0" err="1"/>
              <a:t>Criar</a:t>
            </a:r>
            <a:r>
              <a:rPr lang="de-DE" dirty="0"/>
              <a:t> um </a:t>
            </a:r>
            <a:r>
              <a:rPr lang="de-DE" dirty="0" err="1"/>
              <a:t>banco</a:t>
            </a:r>
            <a:r>
              <a:rPr lang="de-DE" dirty="0"/>
              <a:t> de </a:t>
            </a:r>
            <a:r>
              <a:rPr lang="de-DE" dirty="0" err="1"/>
              <a:t>dados</a:t>
            </a:r>
            <a:r>
              <a:rPr lang="de-DE" dirty="0"/>
              <a:t> </a:t>
            </a:r>
            <a:r>
              <a:rPr lang="de-DE" dirty="0" err="1"/>
              <a:t>com</a:t>
            </a:r>
            <a:r>
              <a:rPr lang="de-DE" dirty="0"/>
              <a:t> </a:t>
            </a:r>
            <a:r>
              <a:rPr lang="de-DE" dirty="0" err="1"/>
              <a:t>diferentes</a:t>
            </a:r>
            <a:r>
              <a:rPr lang="de-DE" dirty="0"/>
              <a:t> </a:t>
            </a:r>
            <a:r>
              <a:rPr lang="de-DE" dirty="0" err="1"/>
              <a:t>versões</a:t>
            </a:r>
            <a:r>
              <a:rPr lang="de-DE" dirty="0"/>
              <a:t> de </a:t>
            </a:r>
            <a:r>
              <a:rPr lang="de-DE" dirty="0" err="1"/>
              <a:t>cada</a:t>
            </a:r>
            <a:r>
              <a:rPr lang="de-DE" dirty="0"/>
              <a:t> </a:t>
            </a:r>
            <a:r>
              <a:rPr lang="de-DE" dirty="0" err="1"/>
              <a:t>segmento</a:t>
            </a:r>
            <a:r>
              <a:rPr lang="de-DE" dirty="0"/>
              <a:t>;</a:t>
            </a:r>
          </a:p>
          <a:p>
            <a:r>
              <a:rPr lang="de-DE" dirty="0" err="1"/>
              <a:t>Unificar</a:t>
            </a:r>
            <a:r>
              <a:rPr lang="de-DE" dirty="0"/>
              <a:t> a </a:t>
            </a:r>
            <a:r>
              <a:rPr lang="de-DE" dirty="0" err="1"/>
              <a:t>fonte</a:t>
            </a:r>
            <a:r>
              <a:rPr lang="de-DE" dirty="0"/>
              <a:t> de </a:t>
            </a:r>
            <a:r>
              <a:rPr lang="de-DE" dirty="0" err="1"/>
              <a:t>informações</a:t>
            </a:r>
            <a:r>
              <a:rPr lang="de-DE" dirty="0"/>
              <a:t>, </a:t>
            </a:r>
            <a:r>
              <a:rPr lang="de-DE" dirty="0" err="1"/>
              <a:t>economizando</a:t>
            </a:r>
            <a:r>
              <a:rPr lang="de-DE" dirty="0"/>
              <a:t> tempo na </a:t>
            </a:r>
            <a:r>
              <a:rPr lang="de-DE" dirty="0" err="1"/>
              <a:t>busca</a:t>
            </a:r>
            <a:r>
              <a:rPr lang="de-DE" dirty="0"/>
              <a:t> de </a:t>
            </a:r>
            <a:r>
              <a:rPr lang="de-DE" dirty="0" err="1"/>
              <a:t>descritivos</a:t>
            </a:r>
            <a:r>
              <a:rPr lang="de-DE" dirty="0"/>
              <a:t>;</a:t>
            </a:r>
          </a:p>
          <a:p>
            <a:r>
              <a:rPr lang="de-DE" dirty="0" err="1"/>
              <a:t>Automatizar</a:t>
            </a:r>
            <a:r>
              <a:rPr lang="de-DE" dirty="0"/>
              <a:t> a </a:t>
            </a:r>
            <a:r>
              <a:rPr lang="de-DE" dirty="0" err="1"/>
              <a:t>criação</a:t>
            </a:r>
            <a:r>
              <a:rPr lang="de-DE" dirty="0"/>
              <a:t> de </a:t>
            </a:r>
            <a:r>
              <a:rPr lang="de-DE" dirty="0" err="1"/>
              <a:t>índices</a:t>
            </a:r>
            <a:r>
              <a:rPr lang="de-DE" dirty="0"/>
              <a:t>;</a:t>
            </a:r>
          </a:p>
          <a:p>
            <a:r>
              <a:rPr lang="de-DE" dirty="0" err="1"/>
              <a:t>Criar</a:t>
            </a:r>
            <a:r>
              <a:rPr lang="de-DE" dirty="0"/>
              <a:t> </a:t>
            </a:r>
            <a:r>
              <a:rPr lang="de-DE" dirty="0" err="1"/>
              <a:t>padrão</a:t>
            </a:r>
            <a:r>
              <a:rPr lang="de-DE" dirty="0"/>
              <a:t> de </a:t>
            </a:r>
            <a:r>
              <a:rPr lang="de-DE" dirty="0" err="1"/>
              <a:t>layout</a:t>
            </a:r>
            <a:r>
              <a:rPr lang="de-DE" dirty="0"/>
              <a:t> de </a:t>
            </a:r>
            <a:r>
              <a:rPr lang="de-DE" dirty="0" err="1"/>
              <a:t>manual</a:t>
            </a:r>
            <a:r>
              <a:rPr lang="de-DE" dirty="0"/>
              <a:t> </a:t>
            </a:r>
            <a:r>
              <a:rPr lang="de-DE" dirty="0" err="1"/>
              <a:t>para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máquinas</a:t>
            </a:r>
            <a:r>
              <a:rPr lang="de-DE" dirty="0"/>
              <a:t> e </a:t>
            </a:r>
            <a:r>
              <a:rPr lang="de-DE" dirty="0" err="1"/>
              <a:t>equipamentos</a:t>
            </a:r>
            <a:r>
              <a:rPr lang="de-DE" dirty="0"/>
              <a:t>.</a:t>
            </a:r>
          </a:p>
          <a:p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702945" y="1485265"/>
            <a:ext cx="6977380" cy="369332"/>
          </a:xfrm>
        </p:spPr>
        <p:txBody>
          <a:bodyPr/>
          <a:lstStyle/>
          <a:p>
            <a:r>
              <a:rPr lang="de-DE" dirty="0" err="1"/>
              <a:t>Objetivos</a:t>
            </a:r>
            <a:r>
              <a:rPr lang="de-DE" dirty="0"/>
              <a:t>: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Introdução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2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3595733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Lógica</a:t>
            </a:r>
            <a:r>
              <a:rPr lang="de-DE" dirty="0"/>
              <a:t> </a:t>
            </a:r>
            <a:r>
              <a:rPr lang="de-DE" dirty="0" err="1"/>
              <a:t>básica</a:t>
            </a:r>
            <a:r>
              <a:rPr lang="de-DE" dirty="0"/>
              <a:t>: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Estrutura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3</a:t>
            </a:fld>
            <a:endParaRPr lang="de-DE" altLang="sr-Latn-RS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1F2C745-2EA8-43CE-ADA5-657054D6EFC2}"/>
              </a:ext>
            </a:extLst>
          </p:cNvPr>
          <p:cNvSpPr txBox="1"/>
          <p:nvPr/>
        </p:nvSpPr>
        <p:spPr>
          <a:xfrm>
            <a:off x="5688784" y="2574575"/>
            <a:ext cx="80425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Parte 1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622B925-9162-4AB2-A014-8B6EF268B77F}"/>
              </a:ext>
            </a:extLst>
          </p:cNvPr>
          <p:cNvSpPr txBox="1"/>
          <p:nvPr/>
        </p:nvSpPr>
        <p:spPr>
          <a:xfrm>
            <a:off x="5688784" y="3275420"/>
            <a:ext cx="80425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Parte 2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ADA87B6-B0E5-44D5-94F5-65ECBF7C4D4B}"/>
              </a:ext>
            </a:extLst>
          </p:cNvPr>
          <p:cNvSpPr txBox="1"/>
          <p:nvPr/>
        </p:nvSpPr>
        <p:spPr>
          <a:xfrm>
            <a:off x="5688784" y="3976265"/>
            <a:ext cx="80425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Parte 3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A6BEFC3-9268-4F9E-B580-5CFC82ADBECF}"/>
              </a:ext>
            </a:extLst>
          </p:cNvPr>
          <p:cNvSpPr txBox="1"/>
          <p:nvPr/>
        </p:nvSpPr>
        <p:spPr>
          <a:xfrm>
            <a:off x="5688784" y="4699499"/>
            <a:ext cx="80425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Parte 1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8EEC82B-5D40-4BB5-A387-379837A9B654}"/>
              </a:ext>
            </a:extLst>
          </p:cNvPr>
          <p:cNvSpPr txBox="1"/>
          <p:nvPr/>
        </p:nvSpPr>
        <p:spPr>
          <a:xfrm>
            <a:off x="5688784" y="5403295"/>
            <a:ext cx="80425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Parte 2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9F8729EF-709E-4B67-B32D-D7C0E289EB34}"/>
              </a:ext>
            </a:extLst>
          </p:cNvPr>
          <p:cNvCxnSpPr>
            <a:cxnSpLocks/>
          </p:cNvCxnSpPr>
          <p:nvPr/>
        </p:nvCxnSpPr>
        <p:spPr>
          <a:xfrm>
            <a:off x="6689020" y="2750509"/>
            <a:ext cx="1136027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C7D85638-4B15-4E38-8215-6A4EEB9114F9}"/>
              </a:ext>
            </a:extLst>
          </p:cNvPr>
          <p:cNvCxnSpPr>
            <a:cxnSpLocks/>
          </p:cNvCxnSpPr>
          <p:nvPr/>
        </p:nvCxnSpPr>
        <p:spPr>
          <a:xfrm flipV="1">
            <a:off x="6698109" y="3429000"/>
            <a:ext cx="1145052" cy="4347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D6DE96AC-3F58-4673-A071-00803C6DEA21}"/>
              </a:ext>
            </a:extLst>
          </p:cNvPr>
          <p:cNvCxnSpPr>
            <a:cxnSpLocks/>
          </p:cNvCxnSpPr>
          <p:nvPr/>
        </p:nvCxnSpPr>
        <p:spPr>
          <a:xfrm>
            <a:off x="6674320" y="4853388"/>
            <a:ext cx="116884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A371A146-4C03-477A-9089-3294BE751267}"/>
              </a:ext>
            </a:extLst>
          </p:cNvPr>
          <p:cNvCxnSpPr>
            <a:cxnSpLocks/>
          </p:cNvCxnSpPr>
          <p:nvPr/>
        </p:nvCxnSpPr>
        <p:spPr>
          <a:xfrm flipV="1">
            <a:off x="6716419" y="5557183"/>
            <a:ext cx="1108628" cy="1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FB59DF75-B2C0-44E7-8307-40F9F0A3666E}"/>
              </a:ext>
            </a:extLst>
          </p:cNvPr>
          <p:cNvCxnSpPr>
            <a:cxnSpLocks/>
          </p:cNvCxnSpPr>
          <p:nvPr/>
        </p:nvCxnSpPr>
        <p:spPr>
          <a:xfrm>
            <a:off x="6696242" y="4144480"/>
            <a:ext cx="1128805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8" name="Chave Direita 47">
            <a:extLst>
              <a:ext uri="{FF2B5EF4-FFF2-40B4-BE49-F238E27FC236}">
                <a16:creationId xmlns:a16="http://schemas.microsoft.com/office/drawing/2014/main" id="{3FCA51EC-CB06-42BF-8469-F8EDF52FA811}"/>
              </a:ext>
            </a:extLst>
          </p:cNvPr>
          <p:cNvSpPr/>
          <p:nvPr/>
        </p:nvSpPr>
        <p:spPr>
          <a:xfrm rot="10800000">
            <a:off x="5219542" y="2460970"/>
            <a:ext cx="198040" cy="1944851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Chave Direita 48">
            <a:extLst>
              <a:ext uri="{FF2B5EF4-FFF2-40B4-BE49-F238E27FC236}">
                <a16:creationId xmlns:a16="http://schemas.microsoft.com/office/drawing/2014/main" id="{E70C19E4-A3E7-4678-B920-66161A593CEB}"/>
              </a:ext>
            </a:extLst>
          </p:cNvPr>
          <p:cNvSpPr/>
          <p:nvPr/>
        </p:nvSpPr>
        <p:spPr>
          <a:xfrm rot="10800000">
            <a:off x="5219542" y="4641445"/>
            <a:ext cx="198040" cy="1279955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B35C4C-4FD3-487F-9920-F8C6342A695C}"/>
              </a:ext>
            </a:extLst>
          </p:cNvPr>
          <p:cNvSpPr txBox="1"/>
          <p:nvPr/>
        </p:nvSpPr>
        <p:spPr>
          <a:xfrm>
            <a:off x="3585827" y="3291908"/>
            <a:ext cx="118942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Capítulo 1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BAF364F-4FB3-4DB4-A4A1-7C5D1DF312D2}"/>
              </a:ext>
            </a:extLst>
          </p:cNvPr>
          <p:cNvSpPr txBox="1"/>
          <p:nvPr/>
        </p:nvSpPr>
        <p:spPr>
          <a:xfrm>
            <a:off x="3585827" y="5122263"/>
            <a:ext cx="118942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Capítulo 2</a:t>
            </a:r>
          </a:p>
        </p:txBody>
      </p:sp>
      <p:sp>
        <p:nvSpPr>
          <p:cNvPr id="52" name="Chave Direita 51">
            <a:extLst>
              <a:ext uri="{FF2B5EF4-FFF2-40B4-BE49-F238E27FC236}">
                <a16:creationId xmlns:a16="http://schemas.microsoft.com/office/drawing/2014/main" id="{4772373B-5BB2-43B1-8A73-E718B1A7FEB9}"/>
              </a:ext>
            </a:extLst>
          </p:cNvPr>
          <p:cNvSpPr/>
          <p:nvPr/>
        </p:nvSpPr>
        <p:spPr>
          <a:xfrm rot="10800000">
            <a:off x="2877205" y="3145992"/>
            <a:ext cx="310392" cy="2411192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2C538BFC-80B5-41C4-B3BF-0DD40903FB56}"/>
              </a:ext>
            </a:extLst>
          </p:cNvPr>
          <p:cNvSpPr txBox="1"/>
          <p:nvPr/>
        </p:nvSpPr>
        <p:spPr>
          <a:xfrm>
            <a:off x="427705" y="4202800"/>
            <a:ext cx="240290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Manual de Operação</a:t>
            </a:r>
          </a:p>
        </p:txBody>
      </p:sp>
      <p:graphicFrame>
        <p:nvGraphicFramePr>
          <p:cNvPr id="77" name="Objeto 76">
            <a:extLst>
              <a:ext uri="{FF2B5EF4-FFF2-40B4-BE49-F238E27FC236}">
                <a16:creationId xmlns:a16="http://schemas.microsoft.com/office/drawing/2014/main" id="{D11A0D56-4A95-4636-91AC-122921443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085443"/>
              </p:ext>
            </p:extLst>
          </p:nvPr>
        </p:nvGraphicFramePr>
        <p:xfrm>
          <a:off x="8023148" y="2534905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" name="PHOTO-PAINT" r:id="rId4" imgW="10198080" imgH="11683800" progId="CorelPHOTOPAINT.Image.19">
                  <p:embed/>
                </p:oleObj>
              </mc:Choice>
              <mc:Fallback>
                <p:oleObj name="PHOTO-PAINT" r:id="rId4" imgW="10198080" imgH="11683800" progId="CorelPHOTOPAINT.Image.19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53A4EDBC-00D8-44BE-A63E-7A9844BD22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23148" y="2534905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to 77">
            <a:extLst>
              <a:ext uri="{FF2B5EF4-FFF2-40B4-BE49-F238E27FC236}">
                <a16:creationId xmlns:a16="http://schemas.microsoft.com/office/drawing/2014/main" id="{D415F049-0421-4448-AA35-AA8573276E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826131"/>
              </p:ext>
            </p:extLst>
          </p:nvPr>
        </p:nvGraphicFramePr>
        <p:xfrm>
          <a:off x="8023147" y="3238701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" name="PHOTO-PAINT" r:id="rId6" imgW="10198080" imgH="11683800" progId="CorelPHOTOPAINT.Image.19">
                  <p:embed/>
                </p:oleObj>
              </mc:Choice>
              <mc:Fallback>
                <p:oleObj name="PHOTO-PAINT" r:id="rId6" imgW="10198080" imgH="11683800" progId="CorelPHOTOPAINT.Image.19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F438031A-0016-49F9-900F-D42FD93E24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23147" y="3238701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to 78">
            <a:extLst>
              <a:ext uri="{FF2B5EF4-FFF2-40B4-BE49-F238E27FC236}">
                <a16:creationId xmlns:a16="http://schemas.microsoft.com/office/drawing/2014/main" id="{8A7D80BF-8749-4261-8D69-8D31BCD49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679040"/>
              </p:ext>
            </p:extLst>
          </p:nvPr>
        </p:nvGraphicFramePr>
        <p:xfrm>
          <a:off x="8023146" y="3942497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" name="PHOTO-PAINT" r:id="rId7" imgW="10198080" imgH="11683800" progId="CorelPHOTOPAINT.Image.19">
                  <p:embed/>
                </p:oleObj>
              </mc:Choice>
              <mc:Fallback>
                <p:oleObj name="PHOTO-PAINT" r:id="rId7" imgW="10198080" imgH="11683800" progId="CorelPHOTOPAINT.Image.19">
                  <p:embed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85E7ABE7-B889-4AF0-B1F8-2AEAB6063F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23146" y="3942497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to 79">
            <a:extLst>
              <a:ext uri="{FF2B5EF4-FFF2-40B4-BE49-F238E27FC236}">
                <a16:creationId xmlns:a16="http://schemas.microsoft.com/office/drawing/2014/main" id="{12E685FA-FA89-4EEB-BB93-158BFA1C78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453344"/>
              </p:ext>
            </p:extLst>
          </p:nvPr>
        </p:nvGraphicFramePr>
        <p:xfrm>
          <a:off x="8023144" y="4646292"/>
          <a:ext cx="361039" cy="414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9" name="PHOTO-PAINT" r:id="rId8" imgW="10198080" imgH="11683800" progId="CorelPHOTOPAINT.Image.19">
                  <p:embed/>
                </p:oleObj>
              </mc:Choice>
              <mc:Fallback>
                <p:oleObj name="PHOTO-PAINT" r:id="rId8" imgW="10198080" imgH="11683800" progId="CorelPHOTOPAINT.Image.19">
                  <p:embed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71A0BCA7-4531-4C96-8D83-946B2A98A7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23144" y="4646292"/>
                        <a:ext cx="361039" cy="414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to 80">
            <a:extLst>
              <a:ext uri="{FF2B5EF4-FFF2-40B4-BE49-F238E27FC236}">
                <a16:creationId xmlns:a16="http://schemas.microsoft.com/office/drawing/2014/main" id="{1799A735-7E93-44EA-BE35-6F2CBEF99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979905"/>
              </p:ext>
            </p:extLst>
          </p:nvPr>
        </p:nvGraphicFramePr>
        <p:xfrm>
          <a:off x="8023143" y="5350088"/>
          <a:ext cx="361039" cy="414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PHOTO-PAINT" r:id="rId9" imgW="10198080" imgH="11683800" progId="CorelPHOTOPAINT.Image.19">
                  <p:embed/>
                </p:oleObj>
              </mc:Choice>
              <mc:Fallback>
                <p:oleObj name="PHOTO-PAINT" r:id="rId9" imgW="10198080" imgH="11683800" progId="CorelPHOTOPAINT.Image.19">
                  <p:embed/>
                  <p:pic>
                    <p:nvPicPr>
                      <p:cNvPr id="16" name="Objeto 15">
                        <a:extLst>
                          <a:ext uri="{FF2B5EF4-FFF2-40B4-BE49-F238E27FC236}">
                            <a16:creationId xmlns:a16="http://schemas.microsoft.com/office/drawing/2014/main" id="{8E5DAE1F-8B79-4DAB-8EF7-095E07AEAE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23143" y="5350088"/>
                        <a:ext cx="361039" cy="414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to 81">
            <a:extLst>
              <a:ext uri="{FF2B5EF4-FFF2-40B4-BE49-F238E27FC236}">
                <a16:creationId xmlns:a16="http://schemas.microsoft.com/office/drawing/2014/main" id="{CB6F73A5-03BC-4824-8322-A058F79A66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394197"/>
              </p:ext>
            </p:extLst>
          </p:nvPr>
        </p:nvGraphicFramePr>
        <p:xfrm>
          <a:off x="8636016" y="2534905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" name="PHOTO-PAINT" r:id="rId10" imgW="10198080" imgH="11683800" progId="CorelPHOTOPAINT.Image.19">
                  <p:embed/>
                </p:oleObj>
              </mc:Choice>
              <mc:Fallback>
                <p:oleObj name="PHOTO-PAINT" r:id="rId10" imgW="10198080" imgH="11683800" progId="CorelPHOTOPAINT.Image.19">
                  <p:embed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CF9029DA-0C61-459C-A357-B87DA6B3A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36016" y="2534905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to 82">
            <a:extLst>
              <a:ext uri="{FF2B5EF4-FFF2-40B4-BE49-F238E27FC236}">
                <a16:creationId xmlns:a16="http://schemas.microsoft.com/office/drawing/2014/main" id="{039FCEC3-28CE-4093-9F2E-F2F0E9946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06795"/>
              </p:ext>
            </p:extLst>
          </p:nvPr>
        </p:nvGraphicFramePr>
        <p:xfrm>
          <a:off x="9248884" y="2535087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" name="PHOTO-PAINT" r:id="rId11" imgW="10198080" imgH="11683800" progId="CorelPHOTOPAINT.Image.19">
                  <p:embed/>
                </p:oleObj>
              </mc:Choice>
              <mc:Fallback>
                <p:oleObj name="PHOTO-PAINT" r:id="rId11" imgW="10198080" imgH="11683800" progId="CorelPHOTOPAINT.Image.19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18D16B7A-35B8-4829-86F3-4700D750FF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48884" y="2535087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to 83">
            <a:extLst>
              <a:ext uri="{FF2B5EF4-FFF2-40B4-BE49-F238E27FC236}">
                <a16:creationId xmlns:a16="http://schemas.microsoft.com/office/drawing/2014/main" id="{B8A633BB-F381-46B5-89B6-F954ED780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947937"/>
              </p:ext>
            </p:extLst>
          </p:nvPr>
        </p:nvGraphicFramePr>
        <p:xfrm>
          <a:off x="8636014" y="3238701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PHOTO-PAINT" r:id="rId12" imgW="10198080" imgH="11683800" progId="CorelPHOTOPAINT.Image.19">
                  <p:embed/>
                </p:oleObj>
              </mc:Choice>
              <mc:Fallback>
                <p:oleObj name="PHOTO-PAINT" r:id="rId12" imgW="10198080" imgH="11683800" progId="CorelPHOTOPAINT.Image.19">
                  <p:embed/>
                  <p:pic>
                    <p:nvPicPr>
                      <p:cNvPr id="19" name="Objeto 18">
                        <a:extLst>
                          <a:ext uri="{FF2B5EF4-FFF2-40B4-BE49-F238E27FC236}">
                            <a16:creationId xmlns:a16="http://schemas.microsoft.com/office/drawing/2014/main" id="{32DB3E0E-A8DF-4A9B-95D7-FAEFFF36BB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36014" y="3238701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to 84">
            <a:extLst>
              <a:ext uri="{FF2B5EF4-FFF2-40B4-BE49-F238E27FC236}">
                <a16:creationId xmlns:a16="http://schemas.microsoft.com/office/drawing/2014/main" id="{70E9F1B4-0E59-400B-B22C-7539BA985B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901360"/>
              </p:ext>
            </p:extLst>
          </p:nvPr>
        </p:nvGraphicFramePr>
        <p:xfrm>
          <a:off x="8626042" y="3942497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PHOTO-PAINT" r:id="rId13" imgW="10198080" imgH="11683800" progId="CorelPHOTOPAINT.Image.19">
                  <p:embed/>
                </p:oleObj>
              </mc:Choice>
              <mc:Fallback>
                <p:oleObj name="PHOTO-PAINT" r:id="rId13" imgW="10198080" imgH="11683800" progId="CorelPHOTOPAINT.Image.19">
                  <p:embed/>
                  <p:pic>
                    <p:nvPicPr>
                      <p:cNvPr id="20" name="Objeto 19">
                        <a:extLst>
                          <a:ext uri="{FF2B5EF4-FFF2-40B4-BE49-F238E27FC236}">
                            <a16:creationId xmlns:a16="http://schemas.microsoft.com/office/drawing/2014/main" id="{6D048E11-0F62-40C4-93D6-4F9F93CD29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26042" y="3942497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to 85">
            <a:extLst>
              <a:ext uri="{FF2B5EF4-FFF2-40B4-BE49-F238E27FC236}">
                <a16:creationId xmlns:a16="http://schemas.microsoft.com/office/drawing/2014/main" id="{76FF2415-7A67-4D7F-90FA-6131C8245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025186"/>
              </p:ext>
            </p:extLst>
          </p:nvPr>
        </p:nvGraphicFramePr>
        <p:xfrm>
          <a:off x="9223234" y="3917694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" name="PHOTO-PAINT" r:id="rId14" imgW="10198080" imgH="11683800" progId="CorelPHOTOPAINT.Image.19">
                  <p:embed/>
                </p:oleObj>
              </mc:Choice>
              <mc:Fallback>
                <p:oleObj name="PHOTO-PAINT" r:id="rId14" imgW="10198080" imgH="11683800" progId="CorelPHOTOPAINT.Image.19">
                  <p:embed/>
                  <p:pic>
                    <p:nvPicPr>
                      <p:cNvPr id="21" name="Objeto 20">
                        <a:extLst>
                          <a:ext uri="{FF2B5EF4-FFF2-40B4-BE49-F238E27FC236}">
                            <a16:creationId xmlns:a16="http://schemas.microsoft.com/office/drawing/2014/main" id="{B9833ED0-A773-4986-80AC-E831A6B5AA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23234" y="3917694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to 86">
            <a:extLst>
              <a:ext uri="{FF2B5EF4-FFF2-40B4-BE49-F238E27FC236}">
                <a16:creationId xmlns:a16="http://schemas.microsoft.com/office/drawing/2014/main" id="{96654AF1-8980-4866-8DD1-8464DC3AD8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305526"/>
              </p:ext>
            </p:extLst>
          </p:nvPr>
        </p:nvGraphicFramePr>
        <p:xfrm>
          <a:off x="9837672" y="3917694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" name="PHOTO-PAINT" r:id="rId15" imgW="10198080" imgH="11683800" progId="CorelPHOTOPAINT.Image.19">
                  <p:embed/>
                </p:oleObj>
              </mc:Choice>
              <mc:Fallback>
                <p:oleObj name="PHOTO-PAINT" r:id="rId15" imgW="10198080" imgH="11683800" progId="CorelPHOTOPAINT.Image.19">
                  <p:embed/>
                  <p:pic>
                    <p:nvPicPr>
                      <p:cNvPr id="22" name="Objeto 21">
                        <a:extLst>
                          <a:ext uri="{FF2B5EF4-FFF2-40B4-BE49-F238E27FC236}">
                            <a16:creationId xmlns:a16="http://schemas.microsoft.com/office/drawing/2014/main" id="{13B86682-E33C-4B6D-B9FE-08F3FCA061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37672" y="3917694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to 87">
            <a:extLst>
              <a:ext uri="{FF2B5EF4-FFF2-40B4-BE49-F238E27FC236}">
                <a16:creationId xmlns:a16="http://schemas.microsoft.com/office/drawing/2014/main" id="{2CDD4A1F-4453-4E92-A7E2-3ECFD4AE42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38087"/>
              </p:ext>
            </p:extLst>
          </p:nvPr>
        </p:nvGraphicFramePr>
        <p:xfrm>
          <a:off x="8626042" y="5350089"/>
          <a:ext cx="361038" cy="41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" name="PHOTO-PAINT" r:id="rId16" imgW="10198080" imgH="11683800" progId="CorelPHOTOPAINT.Image.19">
                  <p:embed/>
                </p:oleObj>
              </mc:Choice>
              <mc:Fallback>
                <p:oleObj name="PHOTO-PAINT" r:id="rId16" imgW="10198080" imgH="11683800" progId="CorelPHOTOPAINT.Image.19">
                  <p:embed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EC2EE4FD-FAD7-44C9-A6BF-8026A22B7B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26042" y="5350089"/>
                        <a:ext cx="361038" cy="41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Retângulo 88">
            <a:extLst>
              <a:ext uri="{FF2B5EF4-FFF2-40B4-BE49-F238E27FC236}">
                <a16:creationId xmlns:a16="http://schemas.microsoft.com/office/drawing/2014/main" id="{D9562AEE-A1F0-48B5-A19B-DAA914FD390E}"/>
              </a:ext>
            </a:extLst>
          </p:cNvPr>
          <p:cNvSpPr/>
          <p:nvPr/>
        </p:nvSpPr>
        <p:spPr>
          <a:xfrm>
            <a:off x="7947798" y="2447432"/>
            <a:ext cx="511728" cy="562062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pt-BR" sz="2000" dirty="0" err="1">
              <a:solidFill>
                <a:schemeClr val="bg1"/>
              </a:solidFill>
            </a:endParaRP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370ABA11-C57A-4A43-855F-2084103422ED}"/>
              </a:ext>
            </a:extLst>
          </p:cNvPr>
          <p:cNvSpPr/>
          <p:nvPr/>
        </p:nvSpPr>
        <p:spPr>
          <a:xfrm>
            <a:off x="8550697" y="3164765"/>
            <a:ext cx="511728" cy="562062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pt-BR" sz="2000" dirty="0" err="1">
              <a:solidFill>
                <a:schemeClr val="bg1"/>
              </a:solidFill>
            </a:endParaRPr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183CCF42-357C-4D70-90CF-36B7E1A7C075}"/>
              </a:ext>
            </a:extLst>
          </p:cNvPr>
          <p:cNvSpPr/>
          <p:nvPr/>
        </p:nvSpPr>
        <p:spPr>
          <a:xfrm>
            <a:off x="9147889" y="3835154"/>
            <a:ext cx="511728" cy="562062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pt-BR" sz="2000" dirty="0" err="1">
              <a:solidFill>
                <a:schemeClr val="bg1"/>
              </a:solidFill>
            </a:endParaRPr>
          </a:p>
        </p:txBody>
      </p:sp>
      <p:sp>
        <p:nvSpPr>
          <p:cNvPr id="92" name="Retângulo 91">
            <a:extLst>
              <a:ext uri="{FF2B5EF4-FFF2-40B4-BE49-F238E27FC236}">
                <a16:creationId xmlns:a16="http://schemas.microsoft.com/office/drawing/2014/main" id="{6E175ABC-BCDF-48D0-825A-A06F0584C612}"/>
              </a:ext>
            </a:extLst>
          </p:cNvPr>
          <p:cNvSpPr/>
          <p:nvPr/>
        </p:nvSpPr>
        <p:spPr>
          <a:xfrm>
            <a:off x="7947798" y="4578392"/>
            <a:ext cx="511728" cy="562062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pt-BR" sz="2000" dirty="0" err="1">
              <a:solidFill>
                <a:schemeClr val="bg1"/>
              </a:solidFill>
            </a:endParaRPr>
          </a:p>
        </p:txBody>
      </p:sp>
      <p:sp>
        <p:nvSpPr>
          <p:cNvPr id="93" name="Retângulo 92">
            <a:extLst>
              <a:ext uri="{FF2B5EF4-FFF2-40B4-BE49-F238E27FC236}">
                <a16:creationId xmlns:a16="http://schemas.microsoft.com/office/drawing/2014/main" id="{DF7AC276-AE2D-4EA1-A365-98D611B4F664}"/>
              </a:ext>
            </a:extLst>
          </p:cNvPr>
          <p:cNvSpPr/>
          <p:nvPr/>
        </p:nvSpPr>
        <p:spPr>
          <a:xfrm>
            <a:off x="8560669" y="5276152"/>
            <a:ext cx="511728" cy="562062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pt-BR" sz="2000" dirty="0" err="1">
              <a:solidFill>
                <a:schemeClr val="bg1"/>
              </a:solidFill>
            </a:endParaRP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56040A6E-E9B2-41B3-8F34-E9AD69DD418A}"/>
              </a:ext>
            </a:extLst>
          </p:cNvPr>
          <p:cNvSpPr txBox="1"/>
          <p:nvPr/>
        </p:nvSpPr>
        <p:spPr>
          <a:xfrm>
            <a:off x="7947798" y="2145465"/>
            <a:ext cx="47448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200" dirty="0">
                <a:solidFill>
                  <a:schemeClr val="bg2"/>
                </a:solidFill>
                <a:latin typeface="+mn-lt"/>
              </a:rPr>
              <a:t>Tipo. 1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44A3ED3F-77C0-458C-B472-B9CBBD5908D3}"/>
              </a:ext>
            </a:extLst>
          </p:cNvPr>
          <p:cNvSpPr txBox="1"/>
          <p:nvPr/>
        </p:nvSpPr>
        <p:spPr>
          <a:xfrm>
            <a:off x="8550697" y="2146551"/>
            <a:ext cx="47448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200" dirty="0">
                <a:solidFill>
                  <a:schemeClr val="bg2"/>
                </a:solidFill>
                <a:latin typeface="+mn-lt"/>
              </a:rPr>
              <a:t>Tipo. 2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D17EE352-46EB-472C-8BD6-2AC1FCD60E4A}"/>
              </a:ext>
            </a:extLst>
          </p:cNvPr>
          <p:cNvSpPr txBox="1"/>
          <p:nvPr/>
        </p:nvSpPr>
        <p:spPr>
          <a:xfrm>
            <a:off x="9147889" y="2146551"/>
            <a:ext cx="47448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200" dirty="0">
                <a:solidFill>
                  <a:schemeClr val="bg2"/>
                </a:solidFill>
                <a:latin typeface="+mn-lt"/>
              </a:rPr>
              <a:t>Tipo. 3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2021A499-E7BB-42F8-AC98-B3A3CCD304C7}"/>
              </a:ext>
            </a:extLst>
          </p:cNvPr>
          <p:cNvSpPr txBox="1"/>
          <p:nvPr/>
        </p:nvSpPr>
        <p:spPr>
          <a:xfrm>
            <a:off x="9904998" y="2161476"/>
            <a:ext cx="1481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200" dirty="0">
                <a:solidFill>
                  <a:schemeClr val="bg2"/>
                </a:solidFill>
                <a:latin typeface="+mn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38359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Codificação</a:t>
            </a:r>
            <a:r>
              <a:rPr lang="de-DE" dirty="0"/>
              <a:t> dos </a:t>
            </a:r>
            <a:r>
              <a:rPr lang="de-DE" dirty="0" err="1"/>
              <a:t>capítulos</a:t>
            </a:r>
            <a:endParaRPr lang="de-DE" dirty="0"/>
          </a:p>
          <a:p>
            <a:endParaRPr lang="de-DE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Estrutura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4</a:t>
            </a:fld>
            <a:endParaRPr lang="de-DE" altLang="sr-Latn-R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6FAD04A-BCBE-400E-819F-21649A37F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970894"/>
            <a:ext cx="7250884" cy="405049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1B08955-B46B-452C-A182-11D6149A5030}"/>
              </a:ext>
            </a:extLst>
          </p:cNvPr>
          <p:cNvSpPr txBox="1"/>
          <p:nvPr/>
        </p:nvSpPr>
        <p:spPr>
          <a:xfrm>
            <a:off x="7680325" y="2118704"/>
            <a:ext cx="4399822" cy="375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1600" dirty="0"/>
              <a:t>	Capa</a:t>
            </a:r>
          </a:p>
          <a:p>
            <a:r>
              <a:rPr lang="pt-BR" sz="1600" dirty="0"/>
              <a:t>	Índice/Sumário</a:t>
            </a:r>
          </a:p>
          <a:p>
            <a:r>
              <a:rPr lang="pt-BR" sz="1600" dirty="0"/>
              <a:t> </a:t>
            </a:r>
          </a:p>
          <a:p>
            <a:r>
              <a:rPr lang="pt-BR" sz="1600" b="1" dirty="0"/>
              <a:t>C1 - </a:t>
            </a:r>
            <a:r>
              <a:rPr lang="pt-BR" sz="1600" dirty="0"/>
              <a:t>Segurança/Notas de Segurança</a:t>
            </a:r>
          </a:p>
          <a:p>
            <a:r>
              <a:rPr lang="pt-BR" sz="1600" b="1" dirty="0"/>
              <a:t>C2 - </a:t>
            </a:r>
            <a:r>
              <a:rPr lang="pt-BR" sz="1600" dirty="0"/>
              <a:t>Informações Gerais/Descrição da Máquina</a:t>
            </a:r>
          </a:p>
          <a:p>
            <a:r>
              <a:rPr lang="pt-BR" sz="1600" b="1" dirty="0"/>
              <a:t>C3 - </a:t>
            </a:r>
            <a:r>
              <a:rPr lang="pt-BR" sz="1600" dirty="0"/>
              <a:t>Transporte, Instalação e Montagem</a:t>
            </a:r>
          </a:p>
          <a:p>
            <a:r>
              <a:rPr lang="pt-BR" sz="1600" b="1" dirty="0"/>
              <a:t>C4 - </a:t>
            </a:r>
            <a:r>
              <a:rPr lang="pt-BR" sz="1600" dirty="0"/>
              <a:t>Operação/Instruções de Operação/Instruções de Uso</a:t>
            </a:r>
          </a:p>
          <a:p>
            <a:r>
              <a:rPr lang="pt-BR" sz="1600" b="1" dirty="0"/>
              <a:t>C5 - </a:t>
            </a:r>
            <a:r>
              <a:rPr lang="pt-BR" sz="1600" dirty="0"/>
              <a:t>IHM</a:t>
            </a:r>
          </a:p>
          <a:p>
            <a:r>
              <a:rPr lang="pt-BR" sz="1600" b="1" dirty="0"/>
              <a:t>C6 - </a:t>
            </a:r>
            <a:r>
              <a:rPr lang="pt-BR" sz="1600" dirty="0"/>
              <a:t>Mudança de Formato/Troca de Acessórios</a:t>
            </a:r>
          </a:p>
          <a:p>
            <a:r>
              <a:rPr lang="pt-BR" sz="1600" b="1" dirty="0"/>
              <a:t>C7 - </a:t>
            </a:r>
            <a:r>
              <a:rPr lang="pt-BR" sz="1600" dirty="0"/>
              <a:t>Eliminação de Falhas</a:t>
            </a:r>
          </a:p>
          <a:p>
            <a:r>
              <a:rPr lang="pt-BR" sz="1600" b="1" dirty="0"/>
              <a:t>C8 - </a:t>
            </a:r>
            <a:r>
              <a:rPr lang="pt-BR" sz="1600" dirty="0"/>
              <a:t>Manutenção</a:t>
            </a:r>
          </a:p>
          <a:p>
            <a:r>
              <a:rPr lang="pt-BR" sz="1600" b="1" dirty="0"/>
              <a:t>C9 - </a:t>
            </a:r>
            <a:r>
              <a:rPr lang="pt-BR" sz="1600" dirty="0"/>
              <a:t>Dados Técnicos</a:t>
            </a:r>
          </a:p>
          <a:p>
            <a:r>
              <a:rPr lang="pt-BR" sz="1600" b="1" dirty="0"/>
              <a:t>C10 - </a:t>
            </a:r>
            <a:r>
              <a:rPr lang="pt-BR" sz="1600" dirty="0"/>
              <a:t>Anexos</a:t>
            </a: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502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Cadastro</a:t>
            </a:r>
            <a:r>
              <a:rPr lang="de-DE" dirty="0"/>
              <a:t> de </a:t>
            </a:r>
            <a:r>
              <a:rPr lang="de-DE" dirty="0" err="1"/>
              <a:t>Estrutura</a:t>
            </a:r>
            <a:r>
              <a:rPr lang="de-DE" dirty="0"/>
              <a:t> de </a:t>
            </a:r>
            <a:r>
              <a:rPr lang="de-DE" dirty="0" err="1"/>
              <a:t>Capítulos</a:t>
            </a:r>
            <a:endParaRPr lang="de-DE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5</a:t>
            </a:fld>
            <a:endParaRPr lang="de-DE" altLang="sr-Latn-R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246207-5AA5-4A6B-81F0-742A54598DBC}"/>
              </a:ext>
            </a:extLst>
          </p:cNvPr>
          <p:cNvSpPr txBox="1"/>
          <p:nvPr/>
        </p:nvSpPr>
        <p:spPr>
          <a:xfrm>
            <a:off x="6424897" y="2396944"/>
            <a:ext cx="5184396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No cadastro de estrutura de capítulos, na aba </a:t>
            </a:r>
            <a:r>
              <a:rPr lang="pt-BR" sz="2000" i="1" dirty="0">
                <a:solidFill>
                  <a:schemeClr val="bg2"/>
                </a:solidFill>
                <a:latin typeface="+mn-lt"/>
              </a:rPr>
              <a:t>Capítulo</a:t>
            </a:r>
            <a:r>
              <a:rPr lang="pt-BR" sz="2000" dirty="0">
                <a:solidFill>
                  <a:schemeClr val="bg2"/>
                </a:solidFill>
                <a:latin typeface="+mn-lt"/>
              </a:rPr>
              <a:t>, cadastramos os capítulos que deverão aparecer no manual.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A ordem estabelecida para os capítulos é a ordem que será apresentada no manual.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Neste momento os capítulos ainda não estão </a:t>
            </a:r>
            <a:r>
              <a:rPr lang="pt-BR" sz="2000" dirty="0" err="1">
                <a:solidFill>
                  <a:schemeClr val="bg2"/>
                </a:solidFill>
                <a:latin typeface="+mn-lt"/>
              </a:rPr>
              <a:t>linkados</a:t>
            </a:r>
            <a:r>
              <a:rPr lang="pt-BR" sz="2000" dirty="0">
                <a:solidFill>
                  <a:schemeClr val="bg2"/>
                </a:solidFill>
                <a:latin typeface="+mn-lt"/>
              </a:rPr>
              <a:t> a nenhum documento.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6BD4FB-35EB-437A-80BC-697B7130E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7" y="2046589"/>
            <a:ext cx="5057492" cy="425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78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Cadastro</a:t>
            </a:r>
            <a:r>
              <a:rPr lang="de-DE" dirty="0"/>
              <a:t> de </a:t>
            </a:r>
            <a:r>
              <a:rPr lang="de-DE" dirty="0" err="1"/>
              <a:t>Estrutura</a:t>
            </a:r>
            <a:r>
              <a:rPr lang="de-DE" dirty="0"/>
              <a:t> de </a:t>
            </a:r>
            <a:r>
              <a:rPr lang="de-DE" dirty="0" err="1"/>
              <a:t>Capítulos</a:t>
            </a:r>
            <a:endParaRPr lang="de-DE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6</a:t>
            </a:fld>
            <a:endParaRPr lang="de-DE" altLang="sr-Latn-R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246207-5AA5-4A6B-81F0-742A54598DBC}"/>
              </a:ext>
            </a:extLst>
          </p:cNvPr>
          <p:cNvSpPr txBox="1"/>
          <p:nvPr/>
        </p:nvSpPr>
        <p:spPr>
          <a:xfrm>
            <a:off x="6318250" y="2425711"/>
            <a:ext cx="5092117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No cadastro de estrutura de capítulos, na aba </a:t>
            </a:r>
            <a:r>
              <a:rPr lang="pt-BR" sz="2000" i="1" dirty="0">
                <a:solidFill>
                  <a:schemeClr val="bg2"/>
                </a:solidFill>
                <a:latin typeface="+mn-lt"/>
              </a:rPr>
              <a:t>Partes</a:t>
            </a:r>
            <a:r>
              <a:rPr lang="pt-BR" sz="2000" dirty="0">
                <a:solidFill>
                  <a:schemeClr val="bg2"/>
                </a:solidFill>
                <a:latin typeface="+mn-lt"/>
              </a:rPr>
              <a:t>, cadastramos os segmentos (tópicos) que compõem cada capítulo.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A ordem estabelecida é a ordem que será apresentada.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</a:rPr>
              <a:t>Neste momento os subcapítulos ainda não estão </a:t>
            </a:r>
            <a:r>
              <a:rPr lang="pt-BR" sz="2000" dirty="0" err="1">
                <a:solidFill>
                  <a:schemeClr val="bg2"/>
                </a:solidFill>
              </a:rPr>
              <a:t>linkados</a:t>
            </a:r>
            <a:r>
              <a:rPr lang="pt-BR" sz="2000" dirty="0">
                <a:solidFill>
                  <a:schemeClr val="bg2"/>
                </a:solidFill>
              </a:rPr>
              <a:t> a nenhum documento.</a:t>
            </a: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5941308-59A4-4E55-8491-05CC39767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57" y="2178989"/>
            <a:ext cx="4570642" cy="386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20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Cadastro</a:t>
            </a:r>
            <a:r>
              <a:rPr lang="de-DE" dirty="0"/>
              <a:t> de </a:t>
            </a:r>
            <a:r>
              <a:rPr lang="de-DE" dirty="0" err="1"/>
              <a:t>Estrutura</a:t>
            </a:r>
            <a:r>
              <a:rPr lang="de-DE" dirty="0"/>
              <a:t> de </a:t>
            </a:r>
            <a:r>
              <a:rPr lang="de-DE" dirty="0" err="1"/>
              <a:t>Capítulos</a:t>
            </a:r>
            <a:endParaRPr lang="de-DE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7</a:t>
            </a:fld>
            <a:endParaRPr lang="de-DE" altLang="sr-Latn-R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246207-5AA5-4A6B-81F0-742A54598DBC}"/>
              </a:ext>
            </a:extLst>
          </p:cNvPr>
          <p:cNvSpPr txBox="1"/>
          <p:nvPr/>
        </p:nvSpPr>
        <p:spPr>
          <a:xfrm>
            <a:off x="6551802" y="2265160"/>
            <a:ext cx="4689446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No cadastro de estrutura de capítulos, na aba </a:t>
            </a:r>
            <a:r>
              <a:rPr lang="pt-BR" sz="2000" i="1" dirty="0">
                <a:solidFill>
                  <a:schemeClr val="bg2"/>
                </a:solidFill>
                <a:latin typeface="+mn-lt"/>
              </a:rPr>
              <a:t>Tipos</a:t>
            </a:r>
            <a:r>
              <a:rPr lang="pt-BR" sz="2000" dirty="0">
                <a:solidFill>
                  <a:schemeClr val="bg2"/>
                </a:solidFill>
                <a:latin typeface="+mn-lt"/>
              </a:rPr>
              <a:t>, cadastramos os segmentos (conteúdos) que serão apresentados no manual.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A ordem estabelecida é a ordem que será apresentada.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</a:rPr>
              <a:t>Neste momento os subcapítulos ainda não estão </a:t>
            </a:r>
            <a:r>
              <a:rPr lang="pt-BR" sz="2000" dirty="0" err="1">
                <a:solidFill>
                  <a:schemeClr val="bg2"/>
                </a:solidFill>
              </a:rPr>
              <a:t>linkados</a:t>
            </a:r>
            <a:r>
              <a:rPr lang="pt-BR" sz="2000" dirty="0">
                <a:solidFill>
                  <a:schemeClr val="bg2"/>
                </a:solidFill>
              </a:rPr>
              <a:t> a nenhum documento.</a:t>
            </a: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BB8A23-04C5-40C2-B7D1-4BDC54543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9" y="1945654"/>
            <a:ext cx="5189551" cy="435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38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Cadastro</a:t>
            </a:r>
            <a:r>
              <a:rPr lang="de-DE" dirty="0"/>
              <a:t> de </a:t>
            </a:r>
            <a:r>
              <a:rPr lang="de-DE" dirty="0" err="1"/>
              <a:t>Estrutura</a:t>
            </a:r>
            <a:r>
              <a:rPr lang="de-DE" dirty="0"/>
              <a:t> de </a:t>
            </a:r>
            <a:r>
              <a:rPr lang="de-DE" dirty="0" err="1"/>
              <a:t>Capítulos</a:t>
            </a:r>
            <a:endParaRPr lang="de-DE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8</a:t>
            </a:fld>
            <a:endParaRPr lang="de-DE" altLang="sr-Latn-R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10E87B9-91B7-4DF9-84EF-6002DF622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208293"/>
            <a:ext cx="2885953" cy="4010003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C57C6A5-7219-44E6-9E28-6F526184A5F6}"/>
              </a:ext>
            </a:extLst>
          </p:cNvPr>
          <p:cNvCxnSpPr/>
          <p:nvPr/>
        </p:nvCxnSpPr>
        <p:spPr>
          <a:xfrm>
            <a:off x="3397541" y="2663186"/>
            <a:ext cx="69628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49F70611-145A-42D1-9E00-C6ADDD55E864}"/>
              </a:ext>
            </a:extLst>
          </p:cNvPr>
          <p:cNvCxnSpPr/>
          <p:nvPr/>
        </p:nvCxnSpPr>
        <p:spPr>
          <a:xfrm>
            <a:off x="3397541" y="3695669"/>
            <a:ext cx="69628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DEE679C-DEA0-4975-B80B-E52CF061DD67}"/>
              </a:ext>
            </a:extLst>
          </p:cNvPr>
          <p:cNvSpPr txBox="1"/>
          <p:nvPr/>
        </p:nvSpPr>
        <p:spPr>
          <a:xfrm>
            <a:off x="4227111" y="2516313"/>
            <a:ext cx="96821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Capítulo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DAC24CE-9F1C-472F-9164-4F23D429ADB7}"/>
              </a:ext>
            </a:extLst>
          </p:cNvPr>
          <p:cNvSpPr txBox="1"/>
          <p:nvPr/>
        </p:nvSpPr>
        <p:spPr>
          <a:xfrm>
            <a:off x="4227111" y="3531250"/>
            <a:ext cx="49693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Tipo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9FC019-6C77-4BCF-8F36-24FE6A7572A6}"/>
              </a:ext>
            </a:extLst>
          </p:cNvPr>
          <p:cNvSpPr txBox="1"/>
          <p:nvPr/>
        </p:nvSpPr>
        <p:spPr>
          <a:xfrm flipH="1">
            <a:off x="6426095" y="3069585"/>
            <a:ext cx="402645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Partes são apenas definidas por uma questão técnica de separação.</a:t>
            </a:r>
          </a:p>
        </p:txBody>
      </p:sp>
    </p:spTree>
    <p:extLst>
      <p:ext uri="{BB962C8B-B14F-4D97-AF65-F5344CB8AC3E}">
        <p14:creationId xmlns:p14="http://schemas.microsoft.com/office/powerpoint/2010/main" val="766290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Configurador</a:t>
            </a:r>
            <a:r>
              <a:rPr lang="de-DE" dirty="0"/>
              <a:t> do Manual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9</a:t>
            </a:fld>
            <a:endParaRPr lang="de-DE" altLang="sr-Latn-R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246207-5AA5-4A6B-81F0-742A54598DBC}"/>
              </a:ext>
            </a:extLst>
          </p:cNvPr>
          <p:cNvSpPr txBox="1"/>
          <p:nvPr/>
        </p:nvSpPr>
        <p:spPr>
          <a:xfrm>
            <a:off x="5618375" y="2265160"/>
            <a:ext cx="5878299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Nessa tela fazemos o upload de cada arquivo de Word que ficará disponível no banco de dados.</a:t>
            </a: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A configuração segue a definição de Capítulos/Partes/Tipos realizada anteriormente.</a:t>
            </a: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Quando necessário também é adicionado um comentário para melhor identificação do conteúdo referenciado</a:t>
            </a:r>
            <a:endParaRPr lang="pt-BR" sz="2000" dirty="0">
              <a:solidFill>
                <a:schemeClr val="bg2"/>
              </a:solidFill>
            </a:endParaRP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D6AFA57-6B2D-4678-9C81-F0BFDD0B1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083513"/>
            <a:ext cx="4204940" cy="41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Gerar</a:t>
            </a:r>
            <a:r>
              <a:rPr lang="de-DE" dirty="0"/>
              <a:t> Manual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10</a:t>
            </a:fld>
            <a:endParaRPr lang="de-DE" altLang="sr-Latn-R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246207-5AA5-4A6B-81F0-742A54598DBC}"/>
              </a:ext>
            </a:extLst>
          </p:cNvPr>
          <p:cNvSpPr txBox="1"/>
          <p:nvPr/>
        </p:nvSpPr>
        <p:spPr>
          <a:xfrm>
            <a:off x="6319613" y="3137444"/>
            <a:ext cx="5444455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Nessa tela serão mostrados todos modelos previamente cadastrados.</a:t>
            </a:r>
            <a:endParaRPr lang="pt-BR" sz="2000" dirty="0">
              <a:solidFill>
                <a:schemeClr val="bg2"/>
              </a:solidFill>
            </a:endParaRP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F42A51B-A4C6-4B2F-BDC5-E12C298B4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41" y="2470239"/>
            <a:ext cx="5001323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65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Gerar</a:t>
            </a:r>
            <a:r>
              <a:rPr lang="de-DE" dirty="0"/>
              <a:t> Manual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11</a:t>
            </a:fld>
            <a:endParaRPr lang="de-DE" altLang="sr-Latn-R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246207-5AA5-4A6B-81F0-742A54598DBC}"/>
              </a:ext>
            </a:extLst>
          </p:cNvPr>
          <p:cNvSpPr txBox="1"/>
          <p:nvPr/>
        </p:nvSpPr>
        <p:spPr>
          <a:xfrm>
            <a:off x="7196037" y="3349041"/>
            <a:ext cx="4663777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Nessa tela inserimos os dados que irão aparecer na capa e no capítulo de informações gerais do manual.</a:t>
            </a:r>
            <a:endParaRPr lang="pt-BR" sz="2000" dirty="0">
              <a:solidFill>
                <a:schemeClr val="bg2"/>
              </a:solidFill>
            </a:endParaRP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243D93-2837-4C3D-B7C7-39296F07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14" y="2205525"/>
            <a:ext cx="6497537" cy="401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9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Gerar</a:t>
            </a:r>
            <a:r>
              <a:rPr lang="de-DE" dirty="0"/>
              <a:t> Manual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12</a:t>
            </a:fld>
            <a:endParaRPr lang="de-DE" altLang="sr-Latn-R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246207-5AA5-4A6B-81F0-742A54598DBC}"/>
              </a:ext>
            </a:extLst>
          </p:cNvPr>
          <p:cNvSpPr txBox="1"/>
          <p:nvPr/>
        </p:nvSpPr>
        <p:spPr>
          <a:xfrm>
            <a:off x="7371761" y="2327709"/>
            <a:ext cx="4566239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Na aba Tipos, selecionamos quais segmentos desejamos que sejam inseridos no manual.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Quando aparecer |X| indica um conteúdo cadastrado porém sem arquivo referenciado. Se selecionado mostrará uma mensagem de confirmação.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Os comentários adicionados também aparecem ao lado.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053B66-DBE5-4121-924C-C44D33587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052048"/>
            <a:ext cx="6828900" cy="424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2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Gerar</a:t>
            </a:r>
            <a:r>
              <a:rPr lang="de-DE" dirty="0"/>
              <a:t> Manual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13</a:t>
            </a:fld>
            <a:endParaRPr lang="de-DE" altLang="sr-Latn-R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A621700-6FC0-4851-A412-BC4CA4D04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761" y="2579598"/>
            <a:ext cx="3211921" cy="231226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8D3914C-A507-416A-8066-099F2A7802E4}"/>
              </a:ext>
            </a:extLst>
          </p:cNvPr>
          <p:cNvSpPr txBox="1"/>
          <p:nvPr/>
        </p:nvSpPr>
        <p:spPr>
          <a:xfrm>
            <a:off x="6096000" y="2579598"/>
            <a:ext cx="4566239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Ocasionalmente aparecerá uma confirmação de macro ao gerar um arquivo, autorize todos avisos abertos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Se ao gerar um manual, nada aparecer automaticamente, volte para a área de trabalho e clique no </a:t>
            </a:r>
            <a:r>
              <a:rPr lang="pt-BR" sz="2000" dirty="0" err="1">
                <a:solidFill>
                  <a:schemeClr val="bg2"/>
                </a:solidFill>
                <a:latin typeface="+mn-lt"/>
              </a:rPr>
              <a:t>excel</a:t>
            </a:r>
            <a:r>
              <a:rPr lang="pt-BR" sz="2000" dirty="0">
                <a:solidFill>
                  <a:schemeClr val="bg2"/>
                </a:solidFill>
                <a:latin typeface="+mn-lt"/>
              </a:rPr>
              <a:t> na barra de tarefas</a:t>
            </a:r>
          </a:p>
        </p:txBody>
      </p:sp>
    </p:spTree>
    <p:extLst>
      <p:ext uri="{BB962C8B-B14F-4D97-AF65-F5344CB8AC3E}">
        <p14:creationId xmlns:p14="http://schemas.microsoft.com/office/powerpoint/2010/main" val="4279592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07800"/>
            <a:ext cx="11239500" cy="4113588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altLang="sr-Latn-RS" dirty="0"/>
          </a:p>
          <a:p>
            <a:pPr lvl="1"/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499" y="1485265"/>
            <a:ext cx="7740825" cy="369332"/>
          </a:xfrm>
        </p:spPr>
        <p:txBody>
          <a:bodyPr/>
          <a:lstStyle/>
          <a:p>
            <a:r>
              <a:rPr lang="de-DE" dirty="0" err="1"/>
              <a:t>Gerar</a:t>
            </a:r>
            <a:r>
              <a:rPr lang="de-DE" dirty="0"/>
              <a:t> Manual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Funcionamento</a:t>
            </a: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3/31/2022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14</a:t>
            </a:fld>
            <a:endParaRPr lang="de-DE" altLang="sr-Latn-RS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8D3914C-A507-416A-8066-099F2A7802E4}"/>
              </a:ext>
            </a:extLst>
          </p:cNvPr>
          <p:cNvSpPr txBox="1"/>
          <p:nvPr/>
        </p:nvSpPr>
        <p:spPr>
          <a:xfrm>
            <a:off x="6565086" y="1907800"/>
            <a:ext cx="4932952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Uma tela para escolha de nome, local e tipo será aberta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O código atualmente configura para .</a:t>
            </a:r>
            <a:r>
              <a:rPr lang="pt-BR" sz="2000" dirty="0" err="1">
                <a:solidFill>
                  <a:schemeClr val="bg2"/>
                </a:solidFill>
                <a:latin typeface="+mn-lt"/>
              </a:rPr>
              <a:t>doc</a:t>
            </a:r>
            <a:r>
              <a:rPr lang="pt-BR" sz="2000" dirty="0">
                <a:solidFill>
                  <a:schemeClr val="bg2"/>
                </a:solidFill>
                <a:latin typeface="+mn-lt"/>
              </a:rPr>
              <a:t>, deve ser alterado para .</a:t>
            </a:r>
            <a:r>
              <a:rPr lang="pt-BR" sz="2000" dirty="0" err="1">
                <a:solidFill>
                  <a:schemeClr val="bg2"/>
                </a:solidFill>
                <a:latin typeface="+mn-lt"/>
              </a:rPr>
              <a:t>docx</a:t>
            </a: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Para geração sem erros do manual, deve ser fechado qualquer documento </a:t>
            </a:r>
            <a:r>
              <a:rPr lang="pt-BR" sz="2000" dirty="0" err="1">
                <a:solidFill>
                  <a:schemeClr val="bg2"/>
                </a:solidFill>
                <a:latin typeface="+mn-lt"/>
              </a:rPr>
              <a:t>word</a:t>
            </a:r>
            <a:r>
              <a:rPr lang="pt-BR" sz="2000" dirty="0">
                <a:solidFill>
                  <a:schemeClr val="bg2"/>
                </a:solidFill>
                <a:latin typeface="+mn-lt"/>
              </a:rPr>
              <a:t> antes desse processo.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2"/>
                </a:solidFill>
                <a:latin typeface="+mn-lt"/>
              </a:rPr>
              <a:t>Não utilize o computador para outras tarefas antes do manual abrir automaticamente.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AC62745-B64F-4FFD-ACEB-268F2908A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42" y="2274934"/>
            <a:ext cx="5417425" cy="337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41895"/>
      </p:ext>
    </p:extLst>
  </p:cSld>
  <p:clrMapOvr>
    <a:masterClrMapping/>
  </p:clrMapOvr>
</p:sld>
</file>

<file path=ppt/theme/theme1.xml><?xml version="1.0" encoding="utf-8"?>
<a:theme xmlns:a="http://schemas.openxmlformats.org/drawingml/2006/main" name="KHS-Master 2018 - 16x9">
  <a:themeElements>
    <a:clrScheme name="KHS2">
      <a:dk1>
        <a:srgbClr val="000000"/>
      </a:dk1>
      <a:lt1>
        <a:srgbClr val="F0F0F0"/>
      </a:lt1>
      <a:dk2>
        <a:srgbClr val="009EE3"/>
      </a:dk2>
      <a:lt2>
        <a:srgbClr val="54585A"/>
      </a:lt2>
      <a:accent1>
        <a:srgbClr val="4DBBEB"/>
      </a:accent1>
      <a:accent2>
        <a:srgbClr val="76797B"/>
      </a:accent2>
      <a:accent3>
        <a:srgbClr val="E8414F"/>
      </a:accent3>
      <a:accent4>
        <a:srgbClr val="989B9C"/>
      </a:accent4>
      <a:accent5>
        <a:srgbClr val="6E89A7"/>
      </a:accent5>
      <a:accent6>
        <a:srgbClr val="0D3B6D"/>
      </a:accent6>
      <a:hlink>
        <a:srgbClr val="929294"/>
      </a:hlink>
      <a:folHlink>
        <a:srgbClr val="929294"/>
      </a:folHlink>
    </a:clrScheme>
    <a:fontScheme name="Humanist 777">
      <a:majorFont>
        <a:latin typeface="Humnst777 Lt BT"/>
        <a:ea typeface=""/>
        <a:cs typeface=""/>
      </a:majorFont>
      <a:minorFont>
        <a:latin typeface="Humnst777 B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2000" dirty="0" err="1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>
              <a:lumMod val="60000"/>
              <a:lumOff val="4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ocedimento Manual Peças Processo.potx" id="{5220905E-7F97-40B8-A9F5-1DF69B4F8568}" vid="{1604CDCB-43C7-4D9A-A9CE-3F0B3E6526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Procedimento Manual Peças Processo</Template>
  <TotalTime>0</TotalTime>
  <Words>721</Words>
  <Application>Microsoft Office PowerPoint</Application>
  <PresentationFormat>Widescreen</PresentationFormat>
  <Paragraphs>165</Paragraphs>
  <Slides>14</Slides>
  <Notes>14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Humnst777 BT</vt:lpstr>
      <vt:lpstr>Humnst777 Lt BT</vt:lpstr>
      <vt:lpstr>KHS-Master 2018 - 16x9</vt:lpstr>
      <vt:lpstr>PHOTO-PAINT</vt:lpstr>
      <vt:lpstr>Configurador de Manuais de Instruções</vt:lpstr>
      <vt:lpstr>Introdução</vt:lpstr>
      <vt:lpstr>Estrutura</vt:lpstr>
      <vt:lpstr>Estrutura</vt:lpstr>
      <vt:lpstr>Funcionamento</vt:lpstr>
      <vt:lpstr>Funcionamento</vt:lpstr>
      <vt:lpstr>Funcionamento</vt:lpstr>
      <vt:lpstr>Funcionamento</vt:lpstr>
      <vt:lpstr>Funcionamento</vt:lpstr>
      <vt:lpstr>Funcionamento</vt:lpstr>
      <vt:lpstr>Funcionamento</vt:lpstr>
      <vt:lpstr>Funcionamento</vt:lpstr>
      <vt:lpstr>Funcionamento</vt:lpstr>
      <vt:lpstr>Funcionamento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Procedimento   Lista de Material e Manual de Peças</dc:title>
  <dc:creator>Costa, Vilmar</dc:creator>
  <cp:lastModifiedBy>Krystalas, Matheus</cp:lastModifiedBy>
  <cp:revision>58</cp:revision>
  <cp:lastPrinted>2020-07-16T17:58:13Z</cp:lastPrinted>
  <dcterms:created xsi:type="dcterms:W3CDTF">2020-07-20T13:15:45Z</dcterms:created>
  <dcterms:modified xsi:type="dcterms:W3CDTF">2022-03-31T17:33:59Z</dcterms:modified>
</cp:coreProperties>
</file>