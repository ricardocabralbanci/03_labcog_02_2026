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05" r:id="rId2"/>
    <p:sldId id="317" r:id="rId3"/>
    <p:sldId id="313" r:id="rId4"/>
    <p:sldId id="329" r:id="rId5"/>
    <p:sldId id="328" r:id="rId6"/>
    <p:sldId id="349" r:id="rId7"/>
    <p:sldId id="350" r:id="rId8"/>
    <p:sldId id="361" r:id="rId9"/>
    <p:sldId id="362" r:id="rId10"/>
    <p:sldId id="348" r:id="rId11"/>
    <p:sldId id="315" r:id="rId12"/>
    <p:sldId id="325" r:id="rId13"/>
    <p:sldId id="335" r:id="rId14"/>
    <p:sldId id="351" r:id="rId15"/>
    <p:sldId id="346" r:id="rId16"/>
    <p:sldId id="352" r:id="rId17"/>
    <p:sldId id="360" r:id="rId18"/>
    <p:sldId id="353" r:id="rId19"/>
    <p:sldId id="354" r:id="rId20"/>
    <p:sldId id="356" r:id="rId21"/>
    <p:sldId id="358" r:id="rId22"/>
    <p:sldId id="359" r:id="rId23"/>
    <p:sldId id="308" r:id="rId24"/>
  </p:sldIdLst>
  <p:sldSz cx="12192000" cy="6858000"/>
  <p:notesSz cx="6858000" cy="9144000"/>
  <p:defaultTextStyle>
    <a:defPPr>
      <a:defRPr lang="de-DE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1">
          <p15:clr>
            <a:srgbClr val="A4A3A4"/>
          </p15:clr>
        </p15:guide>
        <p15:guide id="2" orient="horz" pos="578">
          <p15:clr>
            <a:srgbClr val="A4A3A4"/>
          </p15:clr>
        </p15:guide>
        <p15:guide id="3" orient="horz" pos="513">
          <p15:clr>
            <a:srgbClr val="A4A3A4"/>
          </p15:clr>
        </p15:guide>
        <p15:guide id="4" orient="horz" pos="3796">
          <p15:clr>
            <a:srgbClr val="A4A3A4"/>
          </p15:clr>
        </p15:guide>
        <p15:guide id="5" orient="horz" pos="3900">
          <p15:clr>
            <a:srgbClr val="A4A3A4"/>
          </p15:clr>
        </p15:guide>
        <p15:guide id="6" orient="horz" pos="3974">
          <p15:clr>
            <a:srgbClr val="A4A3A4"/>
          </p15:clr>
        </p15:guide>
        <p15:guide id="7" orient="horz" pos="4076">
          <p15:clr>
            <a:srgbClr val="A4A3A4"/>
          </p15:clr>
        </p15:guide>
        <p15:guide id="8" orient="horz" pos="1170">
          <p15:clr>
            <a:srgbClr val="A4A3A4"/>
          </p15:clr>
        </p15:guide>
        <p15:guide id="9" orient="horz" pos="938">
          <p15:clr>
            <a:srgbClr val="A4A3A4"/>
          </p15:clr>
        </p15:guide>
        <p15:guide id="10" orient="horz" pos="129">
          <p15:clr>
            <a:srgbClr val="A4A3A4"/>
          </p15:clr>
        </p15:guide>
        <p15:guide id="11" pos="3840">
          <p15:clr>
            <a:srgbClr val="A4A3A4"/>
          </p15:clr>
        </p15:guide>
        <p15:guide id="12" pos="442">
          <p15:clr>
            <a:srgbClr val="A4A3A4"/>
          </p15:clr>
        </p15:guide>
        <p15:guide id="13" pos="7243">
          <p15:clr>
            <a:srgbClr val="A4A3A4"/>
          </p15:clr>
        </p15:guide>
        <p15:guide id="14" pos="3730">
          <p15:clr>
            <a:srgbClr val="A4A3A4"/>
          </p15:clr>
        </p15:guide>
        <p15:guide id="15" pos="39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CFCFC"/>
    <a:srgbClr val="6E89A7"/>
    <a:srgbClr val="9B9B9B"/>
    <a:srgbClr val="000000"/>
    <a:srgbClr val="010000"/>
    <a:srgbClr val="CCE4BE"/>
    <a:srgbClr val="018CD1"/>
    <a:srgbClr val="9F9F9F"/>
    <a:srgbClr val="B0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374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-6" y="228"/>
      </p:cViewPr>
      <p:guideLst>
        <p:guide orient="horz" pos="1201"/>
        <p:guide orient="horz" pos="578"/>
        <p:guide orient="horz" pos="513"/>
        <p:guide orient="horz" pos="3796"/>
        <p:guide orient="horz" pos="3900"/>
        <p:guide orient="horz" pos="3974"/>
        <p:guide orient="horz" pos="4076"/>
        <p:guide orient="horz" pos="1170"/>
        <p:guide orient="horz" pos="938"/>
        <p:guide orient="horz" pos="129"/>
        <p:guide pos="3840"/>
        <p:guide pos="442"/>
        <p:guide pos="7243"/>
        <p:guide pos="3730"/>
        <p:guide pos="3956"/>
      </p:guideLst>
    </p:cSldViewPr>
  </p:slideViewPr>
  <p:outlineViewPr>
    <p:cViewPr>
      <p:scale>
        <a:sx n="33" d="100"/>
        <a:sy n="33" d="100"/>
      </p:scale>
      <p:origin x="0" y="-33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84" d="100"/>
          <a:sy n="84" d="100"/>
        </p:scale>
        <p:origin x="382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BBB65-F26D-4624-B4D4-45AE5063005E}" type="datetimeFigureOut">
              <a:rPr lang="de-DE" smtClean="0"/>
              <a:t>31.05.2022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66806-C96B-4B4A-9C38-BBA81B6EDA02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5250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sr-Latn-RS" alt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CFC1609-2CCD-48D0-A29E-81A4492E5E4B}" type="datetime1">
              <a:rPr lang="de-DE" altLang="sr-Latn-RS"/>
              <a:pPr>
                <a:defRPr/>
              </a:pPr>
              <a:t>31.05.2022</a:t>
            </a:fld>
            <a:endParaRPr lang="de-DE" altLang="sr-Latn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sr-Latn-RS" altLang="sr-Latn-R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altLang="sr-Latn-RS" noProof="0"/>
              <a:t>Click to edit Master text styles</a:t>
            </a:r>
          </a:p>
          <a:p>
            <a:pPr lvl="1"/>
            <a:r>
              <a:rPr lang="de-DE" altLang="sr-Latn-RS" noProof="0"/>
              <a:t>Second level</a:t>
            </a:r>
          </a:p>
          <a:p>
            <a:pPr lvl="2"/>
            <a:r>
              <a:rPr lang="de-DE" altLang="sr-Latn-RS" noProof="0"/>
              <a:t>Third level</a:t>
            </a:r>
          </a:p>
          <a:p>
            <a:pPr lvl="3"/>
            <a:r>
              <a:rPr lang="de-DE" altLang="sr-Latn-RS" noProof="0"/>
              <a:t>Fourth level</a:t>
            </a:r>
          </a:p>
          <a:p>
            <a:pPr lvl="4"/>
            <a:r>
              <a:rPr lang="de-DE" altLang="sr-Latn-R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sr-Latn-RS" alt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DC6A04D-E775-475E-9F35-B9C3A93F3E3F}" type="slidenum">
              <a:rPr lang="de-DE" altLang="sr-Latn-RS"/>
              <a:pPr>
                <a:defRPr/>
              </a:pPr>
              <a:t>‹nº›</a:t>
            </a:fld>
            <a:endParaRPr lang="de-DE" altLang="sr-Latn-RS"/>
          </a:p>
        </p:txBody>
      </p:sp>
    </p:spTree>
    <p:extLst>
      <p:ext uri="{BB962C8B-B14F-4D97-AF65-F5344CB8AC3E}">
        <p14:creationId xmlns:p14="http://schemas.microsoft.com/office/powerpoint/2010/main" val="3605833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7" charset="-128"/>
        <a:cs typeface="ＭＳ Ｐゴシック" pitchFamily="7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7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7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7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3089473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2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1784164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3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91295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4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109321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5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3708782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6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4145365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7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84728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8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3299996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9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1230066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10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1399233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11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336643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12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960140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13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4001483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14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4129609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15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121838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16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1625353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17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16310833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18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162669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19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4048782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20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15233520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21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1832161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C6A04D-E775-475E-9F35-B9C3A93F3E3F}" type="slidenum">
              <a:rPr lang="de-DE" altLang="sr-Latn-RS" smtClean="0"/>
              <a:pPr>
                <a:defRPr/>
              </a:pPr>
              <a:t>22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169953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 userDrawn="1"/>
        </p:nvSpPr>
        <p:spPr>
          <a:xfrm>
            <a:off x="0" y="1904"/>
            <a:ext cx="12192000" cy="6856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5F8C1C-B0E1-E841-8BEF-50CCEDE3E2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32" b="2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73480" y="2187345"/>
            <a:ext cx="5730240" cy="1218795"/>
          </a:xfrm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</a:t>
            </a:r>
            <a:br>
              <a:rPr lang="hr-HR" dirty="0"/>
            </a:br>
            <a:r>
              <a:rPr lang="fr-FR" dirty="0"/>
              <a:t>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73162" y="3535326"/>
            <a:ext cx="50927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400" b="1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</a:t>
            </a:r>
            <a:br>
              <a:rPr lang="hr-HR" dirty="0"/>
            </a:br>
            <a:r>
              <a:rPr lang="fr-FR" dirty="0"/>
              <a:t>Master </a:t>
            </a:r>
            <a:r>
              <a:rPr lang="fr-FR" dirty="0" err="1"/>
              <a:t>subtitle</a:t>
            </a:r>
            <a:r>
              <a:rPr lang="fr-FR" dirty="0"/>
              <a:t>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245" y="567028"/>
            <a:ext cx="2301876" cy="716942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1173162" y="6077204"/>
            <a:ext cx="5092700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 cap="all" baseline="0">
                <a:solidFill>
                  <a:schemeClr val="accent4"/>
                </a:solidFill>
              </a:defRPr>
            </a:lvl1pPr>
            <a:lvl2pPr marL="30480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2pPr>
            <a:lvl3pPr marL="587375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3pPr>
            <a:lvl4pPr marL="860425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4pPr>
            <a:lvl5pPr marL="110490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1173162" y="5797804"/>
            <a:ext cx="5092700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 cap="all" baseline="0">
                <a:solidFill>
                  <a:schemeClr val="accent4"/>
                </a:solidFill>
              </a:defRPr>
            </a:lvl1pPr>
            <a:lvl2pPr marL="30480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2pPr>
            <a:lvl3pPr marL="587375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3pPr>
            <a:lvl4pPr marL="860425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4pPr>
            <a:lvl5pPr marL="1104900" indent="0">
              <a:buFont typeface="Arial" panose="020B0604020202020204" pitchFamily="34" charset="0"/>
              <a:buNone/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173163" y="5150358"/>
            <a:ext cx="1817919" cy="504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accent4"/>
                </a:solidFill>
              </a:defRPr>
            </a:lvl1pPr>
          </a:lstStyle>
          <a:p>
            <a:r>
              <a:rPr lang="de-DE" dirty="0"/>
              <a:t>External Logo</a:t>
            </a:r>
            <a:br>
              <a:rPr lang="de-DE" dirty="0"/>
            </a:br>
            <a:r>
              <a:rPr lang="de-DE" dirty="0" err="1"/>
              <a:t>placeholder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1575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1485265"/>
            <a:ext cx="10798175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10798175" cy="4113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C35A834-6E74-43D7-AA69-8CAB91AC9D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C9B4ADC-9C0E-47B7-A6D2-0EA082F3398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>
              <a:defRPr/>
            </a:pPr>
            <a:fld id="{569FD509-1C6C-4858-83B0-F9704A8C7EFE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B298E27-FA46-44D3-97A4-42D3E284ACB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5FFC2B5F-8960-4B5D-B563-EAFE54DD913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57A44E8F-AE80-4F66-A712-289F536E4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793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 userDrawn="1"/>
        </p:nvSpPr>
        <p:spPr>
          <a:xfrm>
            <a:off x="0" y="1904"/>
            <a:ext cx="12192000" cy="6856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2B3BDDE-4157-8F45-8ADA-BAF78E64D7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32" b="2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16480" y="3257396"/>
            <a:ext cx="5730240" cy="1218795"/>
          </a:xfrm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</a:t>
            </a:r>
            <a:br>
              <a:rPr lang="hr-HR" dirty="0"/>
            </a:br>
            <a:r>
              <a:rPr lang="fr-FR" dirty="0"/>
              <a:t>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16162" y="4605377"/>
            <a:ext cx="50927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bg2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</a:t>
            </a:r>
            <a:br>
              <a:rPr lang="hr-HR" dirty="0"/>
            </a:br>
            <a:r>
              <a:rPr lang="fr-FR" dirty="0"/>
              <a:t>Master </a:t>
            </a:r>
            <a:r>
              <a:rPr lang="fr-FR" dirty="0" err="1"/>
              <a:t>subtitle</a:t>
            </a:r>
            <a:r>
              <a:rPr lang="fr-FR" dirty="0"/>
              <a:t>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245" y="567028"/>
            <a:ext cx="2301876" cy="716942"/>
          </a:xfrm>
          <a:prstGeom prst="rect">
            <a:avLst/>
          </a:prstGeom>
        </p:spPr>
      </p:pic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80D2F69F-8CBB-41D6-8F2A-A04B51DFD26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311900" y="5806122"/>
            <a:ext cx="1817919" cy="504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accent4"/>
                </a:solidFill>
              </a:defRPr>
            </a:lvl1pPr>
          </a:lstStyle>
          <a:p>
            <a:r>
              <a:rPr lang="de-DE" dirty="0"/>
              <a:t>External Logo</a:t>
            </a:r>
            <a:br>
              <a:rPr lang="de-DE" dirty="0"/>
            </a:br>
            <a:r>
              <a:rPr lang="de-DE" dirty="0" err="1"/>
              <a:t>placeholder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6981825" cy="4113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264525" y="1563466"/>
            <a:ext cx="3927475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1485265"/>
            <a:ext cx="6981825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8264526" y="4545574"/>
            <a:ext cx="3232150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cap="all" baseline="0">
                <a:solidFill>
                  <a:schemeClr val="accent5"/>
                </a:solidFill>
              </a:defRPr>
            </a:lvl1pPr>
            <a:lvl2pPr marL="304800" indent="0">
              <a:buFont typeface="Arial" panose="020B0604020202020204" pitchFamily="34" charset="0"/>
              <a:buNone/>
              <a:defRPr/>
            </a:lvl2pPr>
            <a:lvl3pPr marL="587375" indent="0">
              <a:buFont typeface="Arial" panose="020B0604020202020204" pitchFamily="34" charset="0"/>
              <a:buNone/>
              <a:defRPr/>
            </a:lvl3pPr>
            <a:lvl4pPr marL="860425" indent="0">
              <a:buFont typeface="Arial" panose="020B0604020202020204" pitchFamily="34" charset="0"/>
              <a:buNone/>
              <a:defRPr/>
            </a:lvl4pPr>
            <a:lvl5pPr marL="11049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hr-HR" dirty="0"/>
            </a:br>
            <a:r>
              <a:rPr lang="en-US" dirty="0"/>
              <a:t>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8264525" y="1639888"/>
            <a:ext cx="3927475" cy="26638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5F55BA2F-2E7B-446A-AF3B-3CDA56D948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7E76354-4D72-4F63-B5FE-25607240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68372A-1BCE-4022-ABBD-4E187C0904A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>
              <a:defRPr/>
            </a:pPr>
            <a:fld id="{008FD10A-85FC-4E27-99CA-50947A3F9848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84A45C9-5AE2-49EA-A13B-B88D1832155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EEE31A8-F661-4C82-AC6E-09DF3D63CF7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268894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felder mit Unterüberschrif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1" y="1485265"/>
            <a:ext cx="5218112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698501" y="1907878"/>
            <a:ext cx="5220000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2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3ABBFF1-DA66-45FC-8154-4B4D38AD32E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5388" y="1907878"/>
            <a:ext cx="5219700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1">
                <a:solidFill>
                  <a:schemeClr val="bg2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0" hasCustomPrompt="1"/>
          </p:nvPr>
        </p:nvSpPr>
        <p:spPr>
          <a:xfrm>
            <a:off x="698500" y="2279750"/>
            <a:ext cx="5218113" cy="37416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21" hasCustomPrompt="1"/>
          </p:nvPr>
        </p:nvSpPr>
        <p:spPr>
          <a:xfrm>
            <a:off x="6275388" y="2279750"/>
            <a:ext cx="5221287" cy="37416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6275388" y="1485265"/>
            <a:ext cx="5219700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C6CBF75-5377-4DD5-B06F-7C662E7339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325" y="6186488"/>
            <a:ext cx="10799763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8DA6F06-2068-45BF-A7B3-FC8865852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CE663AF-76CA-4643-A45A-35C2D6AD23AE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pPr>
              <a:defRPr/>
            </a:pPr>
            <a:fld id="{C64E6EBB-A953-4D99-8759-B0F56F372C7E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68AAE76B-8AF1-476B-891E-9C80F10B2D1C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C5C2F28D-3956-4778-B0F0-1132A3ECA33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3146749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1485265"/>
            <a:ext cx="5218113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C5DACFE9-B418-4275-A4F1-0B04BD74A9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5388" y="1485265"/>
            <a:ext cx="5221286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5218113" cy="4113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75389" y="1907800"/>
            <a:ext cx="5221286" cy="4113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03AEE4ED-96C4-4E57-B287-EBBBE8F28A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AF6ECC1-1D90-46C2-97D0-0A875CED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29BDD5C-AEA5-4EBC-80BA-860356D5FF3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pPr>
              <a:defRPr/>
            </a:pPr>
            <a:fld id="{4851EF72-2439-487B-938E-E0F4F51461D0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6F8E7CE-938B-4FF5-A8DB-4A323C366E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2C8148-1602-452D-948C-A55239A604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2923329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feld und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1485265"/>
            <a:ext cx="5218113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6275388" y="1486800"/>
            <a:ext cx="5221287" cy="45370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5218113" cy="4113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F135B82-373A-4FC7-958D-B3A6F44D33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326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D0DA3A-59D2-4FA8-8CA6-861DEE77A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ADA08DA-32E7-4AF1-B94C-21397A9E14C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>
              <a:defRPr/>
            </a:pPr>
            <a:fld id="{C7F858BF-0787-4F9E-96FD-5FE2F5D3ED73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72877F1-6637-4A4C-9256-5884A7141C5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591D5F7-4664-4208-B644-FA2F6532CD1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684468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felder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499" y="1485265"/>
            <a:ext cx="5218114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99135" y="3923388"/>
            <a:ext cx="5219064" cy="370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F1387221-1C14-4F45-9CBC-1D5A17861B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5388" y="1485265"/>
            <a:ext cx="5221286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05F34853-A39C-4228-B3F5-DEA411719D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75388" y="3923388"/>
            <a:ext cx="5221286" cy="370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5218113" cy="1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23" hasCustomPrompt="1"/>
          </p:nvPr>
        </p:nvSpPr>
        <p:spPr>
          <a:xfrm>
            <a:off x="6275389" y="1907800"/>
            <a:ext cx="5221286" cy="1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24" hasCustomPrompt="1"/>
          </p:nvPr>
        </p:nvSpPr>
        <p:spPr>
          <a:xfrm>
            <a:off x="698500" y="4335088"/>
            <a:ext cx="5218113" cy="1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25" hasCustomPrompt="1"/>
          </p:nvPr>
        </p:nvSpPr>
        <p:spPr>
          <a:xfrm>
            <a:off x="6275389" y="4335088"/>
            <a:ext cx="5221286" cy="1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FA3C834-C20D-41FC-9161-D91176FC535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7E2A10-7547-40EF-B146-DA3DFA603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6D77C2B-6B19-4260-B229-C4D029AA34E1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>
              <a:defRPr/>
            </a:pPr>
            <a:fld id="{2744974C-A152-40F0-9CA6-82070A57B2B9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697FDE7-221D-4453-B7DE-D72FD692880D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62B48D2-E4C3-4F8E-86EA-A75F2CBDBE2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27167585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felder mit Überschrif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499" y="1485265"/>
            <a:ext cx="5218114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98500" y="3924000"/>
            <a:ext cx="5219700" cy="370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9" hasCustomPrompt="1"/>
          </p:nvPr>
        </p:nvSpPr>
        <p:spPr>
          <a:xfrm>
            <a:off x="6275388" y="1486800"/>
            <a:ext cx="5221287" cy="45370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5218113" cy="1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24" hasCustomPrompt="1"/>
          </p:nvPr>
        </p:nvSpPr>
        <p:spPr>
          <a:xfrm>
            <a:off x="698500" y="4335088"/>
            <a:ext cx="5218113" cy="16863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DC9ED93-6C59-4F9E-9C7F-39BF61F172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16EF01F-A75F-4C69-B8B4-F2D9AE207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0D84F67-9290-44BE-87D8-E4E4AB7054D6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pPr>
              <a:defRPr/>
            </a:pPr>
            <a:fld id="{E97F9E2C-02D4-4F3F-99C1-C9C0A320864E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C4A88E55-A6C5-4744-A1BA-CDB81358C3F6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>
              <a:defRPr/>
            </a:pPr>
            <a:r>
              <a:rPr lang="de-DE" altLang="sr-Latn-RS"/>
              <a:t>© KHS GmbH | Department/Referent</a:t>
            </a:r>
            <a:endParaRPr lang="de-DE" altLang="sr-Latn-R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02C19F24-29F5-44E7-BBBF-15E13950ACF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3059671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feld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40C01-BBE1-4AF8-8E26-3932F9E4CFEE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5325" y="6571992"/>
            <a:ext cx="9000000" cy="184666"/>
          </a:xfr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altLang="sr-Latn-RS" smtClean="0"/>
            </a:lvl1pPr>
          </a:lstStyle>
          <a:p>
            <a:r>
              <a:rPr lang="de-DE"/>
              <a:t>© KHS GmbH | Department/Referent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26787" y="6571992"/>
            <a:ext cx="376238" cy="184666"/>
          </a:xfr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de-DE" altLang="sr-Latn-RS" smtClean="0"/>
            </a:lvl1pPr>
          </a:lstStyle>
          <a:p>
            <a:fld id="{F9BD258D-DF80-49E4-A597-35394D6B2730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1485265"/>
            <a:ext cx="5218113" cy="3693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 b="1">
                <a:solidFill>
                  <a:schemeClr val="accent6"/>
                </a:solidFill>
                <a:latin typeface="+mn-lt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6275388" y="1486800"/>
            <a:ext cx="5221287" cy="2134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Bildplatzhalter 11"/>
          <p:cNvSpPr>
            <a:spLocks noGrp="1"/>
          </p:cNvSpPr>
          <p:nvPr>
            <p:ph type="pic" sz="quarter" idx="18" hasCustomPrompt="1"/>
          </p:nvPr>
        </p:nvSpPr>
        <p:spPr>
          <a:xfrm>
            <a:off x="6275388" y="3886199"/>
            <a:ext cx="5221287" cy="213383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8500" y="1907800"/>
            <a:ext cx="5218113" cy="4113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7B3E601-5D66-431A-9078-1C5C75DDE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234606E-360F-4916-9073-03F9B57A7B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</p:spTree>
    <p:extLst>
      <p:ext uri="{BB962C8B-B14F-4D97-AF65-F5344CB8AC3E}">
        <p14:creationId xmlns:p14="http://schemas.microsoft.com/office/powerpoint/2010/main" val="264721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0094FA-BB8A-40DD-8672-878827131157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5325" y="6571992"/>
            <a:ext cx="9000000" cy="184666"/>
          </a:xfr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altLang="sr-Latn-RS" smtClean="0"/>
            </a:lvl1pPr>
          </a:lstStyle>
          <a:p>
            <a:r>
              <a:rPr lang="de-DE"/>
              <a:t>© KHS GmbH | Department/Referent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26787" y="6571992"/>
            <a:ext cx="376238" cy="184666"/>
          </a:xfr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de-DE" altLang="sr-Latn-RS" smtClean="0"/>
            </a:lvl1pPr>
          </a:lstStyle>
          <a:p>
            <a:fld id="{F9BD258D-DF80-49E4-A597-35394D6B2730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4E18CF1-F7C1-4593-8F94-8E231F68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083AE5A-9905-46F9-9960-2915EF3882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6186488"/>
            <a:ext cx="10807700" cy="11906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 dirty="0"/>
              <a:t>Quellenangabe</a:t>
            </a:r>
          </a:p>
        </p:txBody>
      </p:sp>
    </p:spTree>
    <p:extLst>
      <p:ext uri="{BB962C8B-B14F-4D97-AF65-F5344CB8AC3E}">
        <p14:creationId xmlns:p14="http://schemas.microsoft.com/office/powerpoint/2010/main" val="2708818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68B4C-4EEB-41A1-9BF2-1527ED165D60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5325" y="6571992"/>
            <a:ext cx="9000000" cy="184666"/>
          </a:xfr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fr-FR" altLang="sr-Latn-RS" smtClean="0"/>
            </a:lvl1pPr>
          </a:lstStyle>
          <a:p>
            <a:r>
              <a:rPr lang="de-DE"/>
              <a:t>© KHS GmbH | Department/Referent</a:t>
            </a:r>
            <a:endParaRPr lang="de-DE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26787" y="6571992"/>
            <a:ext cx="376238" cy="184666"/>
          </a:xfr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 lang="de-DE" altLang="sr-Latn-RS" smtClean="0"/>
            </a:lvl1pPr>
          </a:lstStyle>
          <a:p>
            <a:fld id="{F9BD258D-DF80-49E4-A597-35394D6B273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2253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1904"/>
            <a:ext cx="12192000" cy="6856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99B1FC9-CFAB-3F40-8386-97EC05362B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32" b="2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83753" y="1887520"/>
            <a:ext cx="5307647" cy="1218795"/>
          </a:xfrm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defRPr sz="4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br>
              <a:rPr lang="hr-HR" dirty="0"/>
            </a:br>
            <a:r>
              <a:rPr lang="de-DE" dirty="0"/>
              <a:t>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245" y="567028"/>
            <a:ext cx="2301876" cy="716942"/>
          </a:xfrm>
          <a:prstGeom prst="rect">
            <a:avLst/>
          </a:prstGeom>
        </p:spPr>
      </p:pic>
      <p:sp>
        <p:nvSpPr>
          <p:cNvPr id="1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2083753" y="4747578"/>
            <a:ext cx="3796347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cap="all" baseline="0">
                <a:solidFill>
                  <a:schemeClr val="accent4"/>
                </a:solidFill>
                <a:latin typeface="+mn-lt"/>
              </a:defRPr>
            </a:lvl1pPr>
            <a:lvl2pPr marL="304800" indent="0">
              <a:buFont typeface="Arial" panose="020B0604020202020204" pitchFamily="34" charset="0"/>
              <a:buNone/>
              <a:defRPr sz="1400">
                <a:solidFill>
                  <a:schemeClr val="accent4"/>
                </a:solidFill>
                <a:latin typeface="+mn-lt"/>
              </a:defRPr>
            </a:lvl2pPr>
            <a:lvl3pPr marL="587375" indent="0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n-lt"/>
              </a:defRPr>
            </a:lvl3pPr>
            <a:lvl4pPr marL="860425" indent="0">
              <a:buFont typeface="Arial" panose="020B0604020202020204" pitchFamily="34" charset="0"/>
              <a:buNone/>
              <a:defRPr sz="1100">
                <a:solidFill>
                  <a:schemeClr val="accent4"/>
                </a:solidFill>
                <a:latin typeface="+mn-lt"/>
              </a:defRPr>
            </a:lvl4pPr>
            <a:lvl5pPr marL="1104900" indent="0">
              <a:buFont typeface="Arial" panose="020B0604020202020204" pitchFamily="34" charset="0"/>
              <a:buNone/>
              <a:defRPr sz="1100">
                <a:solidFill>
                  <a:schemeClr val="accent4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0194" y="4688205"/>
            <a:ext cx="386715" cy="386715"/>
          </a:xfrm>
          <a:prstGeom prst="rect">
            <a:avLst/>
          </a:prstGeom>
        </p:spPr>
      </p:pic>
      <p:sp>
        <p:nvSpPr>
          <p:cNvPr id="17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083753" y="3624898"/>
            <a:ext cx="3796347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cap="all" baseline="0">
                <a:solidFill>
                  <a:schemeClr val="accent4"/>
                </a:solidFill>
                <a:latin typeface="+mn-lt"/>
              </a:defRPr>
            </a:lvl1pPr>
            <a:lvl2pPr marL="304800" indent="0">
              <a:buFont typeface="Arial" panose="020B0604020202020204" pitchFamily="34" charset="0"/>
              <a:buNone/>
              <a:defRPr sz="1400">
                <a:solidFill>
                  <a:schemeClr val="accent4"/>
                </a:solidFill>
                <a:latin typeface="+mn-lt"/>
              </a:defRPr>
            </a:lvl2pPr>
            <a:lvl3pPr marL="587375" indent="0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n-lt"/>
              </a:defRPr>
            </a:lvl3pPr>
            <a:lvl4pPr marL="860425" indent="0">
              <a:buFont typeface="Arial" panose="020B0604020202020204" pitchFamily="34" charset="0"/>
              <a:buNone/>
              <a:defRPr sz="1100">
                <a:solidFill>
                  <a:schemeClr val="accent4"/>
                </a:solidFill>
                <a:latin typeface="+mn-lt"/>
              </a:defRPr>
            </a:lvl4pPr>
            <a:lvl5pPr marL="1104900" indent="0">
              <a:buFont typeface="Arial" panose="020B0604020202020204" pitchFamily="34" charset="0"/>
              <a:buNone/>
              <a:defRPr sz="1100">
                <a:solidFill>
                  <a:schemeClr val="accent4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2083753" y="3920363"/>
            <a:ext cx="3796347" cy="49244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 cap="all" baseline="0">
                <a:solidFill>
                  <a:schemeClr val="bg2"/>
                </a:solidFill>
                <a:latin typeface="+mn-lt"/>
              </a:defRPr>
            </a:lvl1pPr>
            <a:lvl2pPr marL="304800" indent="0">
              <a:buFont typeface="Arial" panose="020B0604020202020204" pitchFamily="34" charset="0"/>
              <a:buNone/>
              <a:defRPr sz="1400">
                <a:solidFill>
                  <a:schemeClr val="accent4"/>
                </a:solidFill>
                <a:latin typeface="+mn-lt"/>
              </a:defRPr>
            </a:lvl2pPr>
            <a:lvl3pPr marL="587375" indent="0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n-lt"/>
              </a:defRPr>
            </a:lvl3pPr>
            <a:lvl4pPr marL="860425" indent="0">
              <a:buFont typeface="Arial" panose="020B0604020202020204" pitchFamily="34" charset="0"/>
              <a:buNone/>
              <a:defRPr sz="1100">
                <a:solidFill>
                  <a:schemeClr val="accent4"/>
                </a:solidFill>
                <a:latin typeface="+mn-lt"/>
              </a:defRPr>
            </a:lvl4pPr>
            <a:lvl5pPr marL="1104900" indent="0">
              <a:buFont typeface="Arial" panose="020B0604020202020204" pitchFamily="34" charset="0"/>
              <a:buNone/>
              <a:defRPr sz="1100">
                <a:solidFill>
                  <a:schemeClr val="accent4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</a:t>
            </a:r>
            <a:br>
              <a:rPr lang="hr-HR" dirty="0"/>
            </a:br>
            <a:r>
              <a:rPr lang="en-US" dirty="0"/>
              <a:t>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5292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-1"/>
            <a:ext cx="12192000" cy="114886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79400" dist="38100" dir="5400000" algn="t" rotWithShape="0">
              <a:schemeClr val="tx1">
                <a:alpha val="1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3" name="Rectangle 2"/>
          <p:cNvSpPr/>
          <p:nvPr/>
        </p:nvSpPr>
        <p:spPr>
          <a:xfrm>
            <a:off x="0" y="6470650"/>
            <a:ext cx="12192000" cy="3873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02945" y="201613"/>
            <a:ext cx="9243696" cy="71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18000" numCol="1" anchor="b" anchorCtr="0" compatLnSpc="1">
            <a:prstTxWarp prst="textNoShape">
              <a:avLst/>
            </a:prstTxWarp>
            <a:noAutofit/>
          </a:bodyPr>
          <a:lstStyle/>
          <a:p>
            <a:pPr marL="0" lvl="0" indent="0">
              <a:buFont typeface="Arial" panose="020B0604020202020204" pitchFamily="34" charset="0"/>
              <a:buNone/>
            </a:pPr>
            <a:r>
              <a:rPr lang="de-DE" altLang="sr-Latn-RS" dirty="0"/>
              <a:t>Titelmasterformat durch Klicken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59964" y="6571992"/>
            <a:ext cx="1116916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1200" b="1">
                <a:solidFill>
                  <a:schemeClr val="bg1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B275DB3-9AEE-4C2F-B9AC-5D330D075E65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5" y="6571992"/>
            <a:ext cx="9000000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eaLnBrk="1" hangingPunct="1">
              <a:defRPr sz="1200" b="1">
                <a:solidFill>
                  <a:schemeClr val="bg1">
                    <a:lumMod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 altLang="sr-Latn-RS" dirty="0"/>
              <a:t>© KHS GmbH | Department/Referent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26787" y="6571992"/>
            <a:ext cx="369888" cy="184666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 sz="12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04326E7-F2F1-490E-9039-83CA7C2979CC}" type="slidenum">
              <a:rPr lang="de-DE" altLang="sr-Latn-RS" smtClean="0"/>
              <a:pPr>
                <a:defRPr/>
              </a:pPr>
              <a:t>‹nº›</a:t>
            </a:fld>
            <a:endParaRPr lang="de-DE" altLang="sr-Latn-RS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4F60A91-E13B-460D-91E4-A609233C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2945" y="1905000"/>
            <a:ext cx="10793730" cy="41163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CCC73D6E-FE01-4676-A4AC-80AA93BF293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340" y="330835"/>
            <a:ext cx="1885878" cy="587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7" r:id="rId2"/>
    <p:sldLayoutId id="2147483694" r:id="rId3"/>
    <p:sldLayoutId id="2147483668" r:id="rId4"/>
    <p:sldLayoutId id="2147483690" r:id="rId5"/>
    <p:sldLayoutId id="2147483691" r:id="rId6"/>
    <p:sldLayoutId id="2147483681" r:id="rId7"/>
    <p:sldLayoutId id="2147483692" r:id="rId8"/>
    <p:sldLayoutId id="2147483684" r:id="rId9"/>
    <p:sldLayoutId id="2147483689" r:id="rId10"/>
    <p:sldLayoutId id="2147483693" r:id="rId11"/>
    <p:sldLayoutId id="2147483671" r:id="rId12"/>
    <p:sldLayoutId id="2147483672" r:id="rId13"/>
  </p:sldLayoutIdLst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lang="de-DE" altLang="sr-Latn-RS" sz="2400" kern="1200" dirty="0">
          <a:solidFill>
            <a:schemeClr val="tx2"/>
          </a:solidFill>
          <a:latin typeface="Humnst777 Lt BT" panose="020B0402030504020204" pitchFamily="34" charset="0"/>
          <a:ea typeface="ＭＳ Ｐゴシック" pitchFamily="7" charset="-128"/>
          <a:cs typeface="Arial" panose="020B0604020202020204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ＭＳ Ｐゴシック" pitchFamily="7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ＭＳ Ｐゴシック" pitchFamily="7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ＭＳ Ｐゴシック" pitchFamily="7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ＭＳ Ｐゴシック" pitchFamily="7" charset="-128"/>
          <a:cs typeface="Arial" panose="020B0604020202020204" pitchFamily="34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7" charset="0"/>
          <a:ea typeface="ＭＳ Ｐゴシック" pitchFamily="7" charset="-128"/>
          <a:cs typeface="ＭＳ Ｐゴシック" pitchFamily="7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7" charset="0"/>
          <a:ea typeface="ＭＳ Ｐゴシック" pitchFamily="7" charset="-128"/>
          <a:cs typeface="ＭＳ Ｐゴシック" pitchFamily="7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7" charset="0"/>
          <a:ea typeface="ＭＳ Ｐゴシック" pitchFamily="7" charset="-128"/>
          <a:cs typeface="ＭＳ Ｐゴシック" pitchFamily="7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7" charset="0"/>
          <a:ea typeface="ＭＳ Ｐゴシック" pitchFamily="7" charset="-128"/>
          <a:cs typeface="ＭＳ Ｐゴシック" pitchFamily="7" charset="-128"/>
        </a:defRPr>
      </a:lvl9pPr>
    </p:titleStyle>
    <p:bodyStyle>
      <a:lvl1pPr marL="282575" indent="-282575" algn="l" defTabSz="457200" rtl="0" eaLnBrk="1" fontAlgn="base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4"/>
        </a:buClr>
        <a:buSzPct val="120000"/>
        <a:buFont typeface="Arial" panose="020B0604020202020204" pitchFamily="34" charset="0"/>
        <a:buChar char="•"/>
        <a:defRPr lang="de-DE" altLang="sr-Latn-RS" sz="2000" kern="1200" dirty="0" smtClean="0">
          <a:solidFill>
            <a:schemeClr val="bg2"/>
          </a:solidFill>
          <a:latin typeface="Humnst777 BT" panose="020B0603030504020204" pitchFamily="34" charset="0"/>
          <a:ea typeface="ＭＳ Ｐゴシック" pitchFamily="7" charset="-128"/>
          <a:cs typeface="Arial" panose="020B0604020202020204" pitchFamily="34" charset="0"/>
        </a:defRPr>
      </a:lvl1pPr>
      <a:lvl2pPr marL="590400" indent="-284400" algn="l" defTabSz="457200" rtl="0" eaLnBrk="1" fontAlgn="base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4"/>
        </a:buClr>
        <a:buSzPct val="120000"/>
        <a:buFont typeface="Arial" panose="020B0604020202020204" pitchFamily="34" charset="0"/>
        <a:buChar char="•"/>
        <a:defRPr lang="de-DE" altLang="sr-Latn-RS" sz="1800" kern="1200" dirty="0">
          <a:solidFill>
            <a:schemeClr val="accent2"/>
          </a:solidFill>
          <a:latin typeface="Humnst777 BT" panose="020B0603030504020204" pitchFamily="34" charset="0"/>
          <a:ea typeface="ＭＳ Ｐゴシック" pitchFamily="7" charset="-128"/>
          <a:cs typeface="Arial" panose="020B0604020202020204" pitchFamily="34" charset="0"/>
        </a:defRPr>
      </a:lvl2pPr>
      <a:lvl3pPr marL="873125" indent="-284163" algn="l" defTabSz="457200" rtl="0" eaLnBrk="1" fontAlgn="base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4"/>
        </a:buClr>
        <a:buSzPct val="120000"/>
        <a:buFont typeface="Arial" panose="020B0604020202020204" pitchFamily="34" charset="0"/>
        <a:buChar char="•"/>
        <a:defRPr lang="de-DE" altLang="sr-Latn-RS" sz="1600" kern="1200" dirty="0">
          <a:solidFill>
            <a:schemeClr val="accent4"/>
          </a:solidFill>
          <a:latin typeface="Humnst777 BT" panose="020B0603030504020204" pitchFamily="34" charset="0"/>
          <a:ea typeface="ＭＳ Ｐゴシック" pitchFamily="7" charset="-128"/>
          <a:cs typeface="Arial" panose="020B0604020202020204" pitchFamily="34" charset="0"/>
        </a:defRPr>
      </a:lvl3pPr>
      <a:lvl4pPr marL="1104900" indent="-457200" algn="l" defTabSz="457200" rtl="0" eaLnBrk="1" fontAlgn="base" hangingPunct="1">
        <a:lnSpc>
          <a:spcPct val="130000"/>
        </a:lnSpc>
        <a:spcBef>
          <a:spcPts val="0"/>
        </a:spcBef>
        <a:spcAft>
          <a:spcPts val="200"/>
        </a:spcAft>
        <a:buClr>
          <a:schemeClr val="accent4"/>
        </a:buClr>
        <a:buSzPct val="120000"/>
        <a:buFont typeface="Arial" panose="020B0604020202020204" pitchFamily="34" charset="0"/>
        <a:buChar char="•"/>
        <a:defRPr lang="de-DE" altLang="sr-Latn-RS" sz="1400" kern="1200" dirty="0">
          <a:solidFill>
            <a:schemeClr val="bg2"/>
          </a:solidFill>
          <a:latin typeface="Humnst777 BT" panose="020B0603030504020204" pitchFamily="34" charset="0"/>
          <a:ea typeface="ＭＳ Ｐゴシック" pitchFamily="7" charset="-128"/>
          <a:cs typeface="Arial" panose="020B0604020202020204" pitchFamily="34" charset="0"/>
        </a:defRPr>
      </a:lvl4pPr>
      <a:lvl5pPr marL="1341438" indent="-457200" algn="l" defTabSz="457200" rtl="0" eaLnBrk="1" fontAlgn="base" hangingPunct="1">
        <a:lnSpc>
          <a:spcPct val="130000"/>
        </a:lnSpc>
        <a:spcBef>
          <a:spcPts val="0"/>
        </a:spcBef>
        <a:spcAft>
          <a:spcPts val="200"/>
        </a:spcAft>
        <a:buClr>
          <a:schemeClr val="accent4"/>
        </a:buClr>
        <a:buSzPct val="120000"/>
        <a:buFont typeface="Arial" panose="020B0604020202020204" pitchFamily="34" charset="0"/>
        <a:buChar char="•"/>
        <a:tabLst/>
        <a:defRPr lang="de-DE" altLang="sr-Latn-RS" sz="1200" kern="1200" dirty="0">
          <a:solidFill>
            <a:schemeClr val="bg2"/>
          </a:solidFill>
          <a:latin typeface="Humnst777 BT" panose="020B0603030504020204" pitchFamily="34" charset="0"/>
          <a:ea typeface="ＭＳ Ｐゴシック" pitchFamily="7" charset="-128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2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ctrTitle"/>
          </p:nvPr>
        </p:nvSpPr>
        <p:spPr>
          <a:xfrm>
            <a:off x="1173480" y="2796742"/>
            <a:ext cx="5730240" cy="609398"/>
          </a:xfrm>
        </p:spPr>
        <p:txBody>
          <a:bodyPr/>
          <a:lstStyle/>
          <a:p>
            <a:r>
              <a:rPr lang="pt-BR" dirty="0"/>
              <a:t>Documentação Técnica</a:t>
            </a:r>
            <a:endParaRPr lang="de-DE" dirty="0"/>
          </a:p>
        </p:txBody>
      </p:sp>
      <p:sp>
        <p:nvSpPr>
          <p:cNvPr id="16" name="Subtitle 15"/>
          <p:cNvSpPr>
            <a:spLocks noGrp="1"/>
          </p:cNvSpPr>
          <p:nvPr>
            <p:ph type="subTitle" idx="1"/>
          </p:nvPr>
        </p:nvSpPr>
        <p:spPr>
          <a:xfrm>
            <a:off x="1173161" y="3535326"/>
            <a:ext cx="5365662" cy="738664"/>
          </a:xfrm>
        </p:spPr>
        <p:txBody>
          <a:bodyPr/>
          <a:lstStyle/>
          <a:p>
            <a:r>
              <a:rPr lang="pt-BR" dirty="0"/>
              <a:t>Planilhas para desenvolvimento  de Manual de Instruções (BA)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1173162" y="6077204"/>
            <a:ext cx="5092700" cy="246221"/>
          </a:xfrm>
        </p:spPr>
        <p:txBody>
          <a:bodyPr/>
          <a:lstStyle/>
          <a:p>
            <a:r>
              <a:rPr lang="pt-BR" dirty="0"/>
              <a:t>KHS Indústria de Máquinas Ltda | </a:t>
            </a:r>
            <a:r>
              <a:rPr lang="en-US" dirty="0"/>
              <a:t>Engineering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06/05/2022  – São Paulo - BR</a:t>
            </a:r>
          </a:p>
        </p:txBody>
      </p:sp>
    </p:spTree>
    <p:extLst>
      <p:ext uri="{BB962C8B-B14F-4D97-AF65-F5344CB8AC3E}">
        <p14:creationId xmlns:p14="http://schemas.microsoft.com/office/powerpoint/2010/main" val="1137222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Conteúdo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2103091"/>
            <a:ext cx="10798175" cy="3677210"/>
          </a:xfrm>
        </p:spPr>
        <p:txBody>
          <a:bodyPr>
            <a:normAutofit/>
          </a:bodyPr>
          <a:lstStyle/>
          <a:p>
            <a:pPr lvl="1"/>
            <a:r>
              <a:rPr lang="pt-BR" altLang="sr-Latn-RS" sz="1400" u="sng" dirty="0"/>
              <a:t>Objetivo</a:t>
            </a:r>
          </a:p>
          <a:p>
            <a:pPr lvl="1"/>
            <a:r>
              <a:rPr lang="pt-BR" sz="1400" u="sng" dirty="0"/>
              <a:t>Definição de dispositivos aplicáveis</a:t>
            </a:r>
          </a:p>
          <a:p>
            <a:pPr lvl="1"/>
            <a:r>
              <a:rPr lang="pt-BR" sz="1400" u="sng" dirty="0"/>
              <a:t>Estrutura da planilha</a:t>
            </a:r>
          </a:p>
          <a:p>
            <a:pPr lvl="1"/>
            <a:r>
              <a:rPr lang="pt-BR" sz="1400" u="sng" dirty="0"/>
              <a:t>Relação entre planilha e conteúdo</a:t>
            </a:r>
          </a:p>
          <a:p>
            <a:pPr lvl="1"/>
            <a:r>
              <a:rPr lang="pt-BR" altLang="sr-Latn-RS" sz="1400" u="sng" dirty="0"/>
              <a:t>Informações Gerais</a:t>
            </a:r>
          </a:p>
          <a:p>
            <a:pPr lvl="1"/>
            <a:r>
              <a:rPr lang="pt-BR" altLang="sr-Latn-RS" sz="1400" u="sng" dirty="0"/>
              <a:t>Componentes integrados</a:t>
            </a:r>
          </a:p>
          <a:p>
            <a:pPr lvl="1"/>
            <a:r>
              <a:rPr lang="pt-BR" sz="1400" u="sng" dirty="0"/>
              <a:t>Exceções técnicas e especificações</a:t>
            </a:r>
          </a:p>
          <a:p>
            <a:pPr lvl="1"/>
            <a:r>
              <a:rPr lang="pt-BR" sz="1400" u="sng" dirty="0"/>
              <a:t>Automatização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510CC1C-61A2-42DD-8D7A-14212126D87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2</a:t>
            </a:fld>
            <a:endParaRPr lang="de-DE" altLang="sr-Latn-R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</p:spTree>
    <p:extLst>
      <p:ext uri="{BB962C8B-B14F-4D97-AF65-F5344CB8AC3E}">
        <p14:creationId xmlns:p14="http://schemas.microsoft.com/office/powerpoint/2010/main" val="2430204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Objetivo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5325" y="2156500"/>
            <a:ext cx="10798175" cy="2293580"/>
          </a:xfrm>
        </p:spPr>
        <p:txBody>
          <a:bodyPr/>
          <a:lstStyle/>
          <a:p>
            <a:r>
              <a:rPr lang="pt-BR" dirty="0"/>
              <a:t>Automatizar tarefa de criação do manual de instruções.</a:t>
            </a:r>
          </a:p>
          <a:p>
            <a:r>
              <a:rPr lang="pt-BR" dirty="0"/>
              <a:t>Criar fluxo padronizado para elaboração de manuais de instruções.</a:t>
            </a:r>
          </a:p>
          <a:p>
            <a:r>
              <a:rPr lang="pt-BR" dirty="0"/>
              <a:t>Padronização de formato para manuais de instruções.</a:t>
            </a:r>
          </a:p>
          <a:p>
            <a:r>
              <a:rPr lang="pt-BR" dirty="0"/>
              <a:t>Otimizar tempo de desenvolvimento de manuais de Instruções.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510CC1C-61A2-42DD-8D7A-14212126D87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3</a:t>
            </a:fld>
            <a:endParaRPr lang="de-DE" altLang="sr-Latn-R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</p:spTree>
    <p:extLst>
      <p:ext uri="{BB962C8B-B14F-4D97-AF65-F5344CB8AC3E}">
        <p14:creationId xmlns:p14="http://schemas.microsoft.com/office/powerpoint/2010/main" val="3170051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2336896"/>
            <a:ext cx="10936151" cy="3050214"/>
          </a:xfrm>
        </p:spPr>
        <p:txBody>
          <a:bodyPr/>
          <a:lstStyle/>
          <a:p>
            <a:r>
              <a:rPr lang="pt-BR" sz="1800" dirty="0"/>
              <a:t>A definição dos dispositivos e componentes estruturais aplicáveis informa qual conteúdo a documentação deve apresentar, o mesmo deve ser preenchido de forma adequada, seguindo os parâmetros estabelecidos.</a:t>
            </a:r>
          </a:p>
          <a:p>
            <a:endParaRPr lang="pt-BR" sz="1800" dirty="0"/>
          </a:p>
          <a:p>
            <a:r>
              <a:rPr lang="pt-BR" sz="1800" dirty="0"/>
              <a:t>Os dispositivos disponíveis para definição são considerados “não padrão” da máquina/sistema, caso houver dispositivo “não padrão” ausente, ou dispositivo presente possa ser aplicado como “padrão”, favor informar ao responsável.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pt-BR" dirty="0"/>
              <a:t>Definição de dispositivos aplicáveis</a:t>
            </a:r>
            <a:endParaRPr lang="pt-BR" altLang="sr-Latn-R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4</a:t>
            </a:fld>
            <a:endParaRPr lang="de-DE" altLang="sr-Latn-RS" dirty="0"/>
          </a:p>
        </p:txBody>
      </p:sp>
    </p:spTree>
    <p:extLst>
      <p:ext uri="{BB962C8B-B14F-4D97-AF65-F5344CB8AC3E}">
        <p14:creationId xmlns:p14="http://schemas.microsoft.com/office/powerpoint/2010/main" val="424741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pt-BR" dirty="0"/>
              <a:t>Estrutura da planilha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5</a:t>
            </a:fld>
            <a:endParaRPr lang="de-DE" altLang="sr-Latn-RS" dirty="0"/>
          </a:p>
        </p:txBody>
      </p:sp>
      <p:sp>
        <p:nvSpPr>
          <p:cNvPr id="29" name="Content Placeholder 10">
            <a:extLst>
              <a:ext uri="{FF2B5EF4-FFF2-40B4-BE49-F238E27FC236}">
                <a16:creationId xmlns:a16="http://schemas.microsoft.com/office/drawing/2014/main" id="{59CE097D-815F-43DA-A4CB-8B3422D6F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788" y="2067497"/>
            <a:ext cx="6349287" cy="1888684"/>
          </a:xfrm>
        </p:spPr>
        <p:txBody>
          <a:bodyPr/>
          <a:lstStyle/>
          <a:p>
            <a:pPr marL="0" indent="0">
              <a:buNone/>
            </a:pP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A planilha apresenta diferentes estilos de preenchimento:</a:t>
            </a:r>
          </a:p>
          <a:p>
            <a:pPr lvl="2">
              <a:buClr>
                <a:srgbClr val="989B9C"/>
              </a:buClr>
            </a:pPr>
            <a:endParaRPr lang="pt-BR" altLang="sr-Latn-RS" sz="1400" dirty="0">
              <a:solidFill>
                <a:schemeClr val="bg1">
                  <a:lumMod val="50000"/>
                </a:schemeClr>
              </a:solidFill>
            </a:endParaRPr>
          </a:p>
          <a:p>
            <a:pPr lvl="2">
              <a:buClr>
                <a:srgbClr val="989B9C"/>
              </a:buClr>
            </a:pPr>
            <a:r>
              <a:rPr lang="pt-BR" altLang="sr-Latn-RS" sz="1400" dirty="0">
                <a:solidFill>
                  <a:schemeClr val="bg1">
                    <a:lumMod val="50000"/>
                  </a:schemeClr>
                </a:solidFill>
              </a:rPr>
              <a:t>Tabela para preenchimento manual.</a:t>
            </a:r>
          </a:p>
          <a:p>
            <a:pPr lvl="2">
              <a:buClr>
                <a:srgbClr val="989B9C"/>
              </a:buClr>
            </a:pPr>
            <a:r>
              <a:rPr lang="pt-BR" altLang="sr-Latn-RS" sz="1400" dirty="0">
                <a:solidFill>
                  <a:schemeClr val="bg1">
                    <a:lumMod val="50000"/>
                  </a:schemeClr>
                </a:solidFill>
              </a:rPr>
              <a:t>Célula com lista suspensa.</a:t>
            </a:r>
          </a:p>
          <a:p>
            <a:pPr lvl="2">
              <a:buClr>
                <a:srgbClr val="989B9C"/>
              </a:buClr>
            </a:pPr>
            <a:r>
              <a:rPr lang="pt-BR" altLang="sr-Latn-RS" sz="1400" dirty="0">
                <a:solidFill>
                  <a:schemeClr val="bg1">
                    <a:lumMod val="50000"/>
                  </a:schemeClr>
                </a:solidFill>
              </a:rPr>
              <a:t>Coluna livre para confirmação.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DB8B0A2-E3E7-4CC7-976C-F0DC8282EC1D}"/>
              </a:ext>
            </a:extLst>
          </p:cNvPr>
          <p:cNvSpPr/>
          <p:nvPr/>
        </p:nvSpPr>
        <p:spPr>
          <a:xfrm>
            <a:off x="860788" y="4269154"/>
            <a:ext cx="76098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A planilha também apresenta botões para facilidade e auxílio ao usuário.</a:t>
            </a:r>
          </a:p>
        </p:txBody>
      </p:sp>
    </p:spTree>
    <p:extLst>
      <p:ext uri="{BB962C8B-B14F-4D97-AF65-F5344CB8AC3E}">
        <p14:creationId xmlns:p14="http://schemas.microsoft.com/office/powerpoint/2010/main" val="992592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pt-BR" dirty="0"/>
              <a:t>Estrutura da planilha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6</a:t>
            </a:fld>
            <a:endParaRPr lang="de-DE" altLang="sr-Latn-RS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DB8B0A2-E3E7-4CC7-976C-F0DC8282EC1D}"/>
              </a:ext>
            </a:extLst>
          </p:cNvPr>
          <p:cNvSpPr/>
          <p:nvPr/>
        </p:nvSpPr>
        <p:spPr>
          <a:xfrm>
            <a:off x="695325" y="1955969"/>
            <a:ext cx="1736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Preenchimento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7525DBA-F580-4575-BE24-1543848B0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65" y="2715515"/>
            <a:ext cx="3534347" cy="152701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5656496-A4FD-4BF0-905E-7C9BE0EB4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779" y="3091483"/>
            <a:ext cx="3534347" cy="1129109"/>
          </a:xfrm>
          <a:prstGeom prst="rect">
            <a:avLst/>
          </a:prstGeom>
        </p:spPr>
      </p:pic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69865728-55A6-4FCD-A1BD-C5EEE3922BA4}"/>
              </a:ext>
            </a:extLst>
          </p:cNvPr>
          <p:cNvSpPr txBox="1">
            <a:spLocks/>
          </p:cNvSpPr>
          <p:nvPr/>
        </p:nvSpPr>
        <p:spPr>
          <a:xfrm>
            <a:off x="675299" y="4447751"/>
            <a:ext cx="3232150" cy="3061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600" kern="1200" cap="all" baseline="0">
                <a:solidFill>
                  <a:schemeClr val="accent5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1pPr>
            <a:lvl2pPr marL="304800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800" kern="1200">
                <a:solidFill>
                  <a:schemeClr val="accent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2pPr>
            <a:lvl3pPr marL="587375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600" kern="1200">
                <a:solidFill>
                  <a:schemeClr val="accent4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3pPr>
            <a:lvl4pPr marL="860425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400" kern="120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4pPr>
            <a:lvl5pPr marL="1104900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tabLst/>
              <a:defRPr lang="de-DE" altLang="sr-Latn-RS" sz="1200" kern="120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/>
              <a:t>Exemplo 1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15CC4D60-A1E0-4AC5-9360-CDC635E9AA60}"/>
              </a:ext>
            </a:extLst>
          </p:cNvPr>
          <p:cNvSpPr txBox="1">
            <a:spLocks/>
          </p:cNvSpPr>
          <p:nvPr/>
        </p:nvSpPr>
        <p:spPr>
          <a:xfrm>
            <a:off x="4973877" y="4382201"/>
            <a:ext cx="3232150" cy="3061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600" kern="1200" cap="all" baseline="0">
                <a:solidFill>
                  <a:schemeClr val="accent5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1pPr>
            <a:lvl2pPr marL="304800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800" kern="1200">
                <a:solidFill>
                  <a:schemeClr val="accent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2pPr>
            <a:lvl3pPr marL="587375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600" kern="1200">
                <a:solidFill>
                  <a:schemeClr val="accent4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3pPr>
            <a:lvl4pPr marL="860425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400" kern="120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4pPr>
            <a:lvl5pPr marL="1104900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tabLst/>
              <a:defRPr lang="de-DE" altLang="sr-Latn-RS" sz="1200" kern="120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/>
              <a:t>Exemplo 2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07770001-EE1A-4DDC-8137-E6292C5F0073}"/>
              </a:ext>
            </a:extLst>
          </p:cNvPr>
          <p:cNvSpPr txBox="1">
            <a:spLocks/>
          </p:cNvSpPr>
          <p:nvPr/>
        </p:nvSpPr>
        <p:spPr>
          <a:xfrm>
            <a:off x="8802347" y="4438044"/>
            <a:ext cx="3232150" cy="3061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600" kern="1200" cap="all" baseline="0">
                <a:solidFill>
                  <a:schemeClr val="accent5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1pPr>
            <a:lvl2pPr marL="304800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800" kern="1200">
                <a:solidFill>
                  <a:schemeClr val="accent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2pPr>
            <a:lvl3pPr marL="587375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600" kern="1200">
                <a:solidFill>
                  <a:schemeClr val="accent4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3pPr>
            <a:lvl4pPr marL="860425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400" kern="120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4pPr>
            <a:lvl5pPr marL="1104900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tabLst/>
              <a:defRPr lang="de-DE" altLang="sr-Latn-RS" sz="1200" kern="120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/>
              <a:t>Exemplo 3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6364662-05EB-4EE0-9DF0-A71E5447B6E1}"/>
              </a:ext>
            </a:extLst>
          </p:cNvPr>
          <p:cNvSpPr txBox="1"/>
          <p:nvPr/>
        </p:nvSpPr>
        <p:spPr>
          <a:xfrm>
            <a:off x="1241647" y="5949539"/>
            <a:ext cx="421589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Departamento: Elétrica / Mecânica  </a:t>
            </a:r>
          </a:p>
        </p:txBody>
      </p:sp>
      <p:pic>
        <p:nvPicPr>
          <p:cNvPr id="23" name="Gráfico 22" descr="Marketing">
            <a:extLst>
              <a:ext uri="{FF2B5EF4-FFF2-40B4-BE49-F238E27FC236}">
                <a16:creationId xmlns:a16="http://schemas.microsoft.com/office/drawing/2014/main" id="{5EF08C5D-7B1C-47E4-8DD5-CCDE9E1EC9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945" y="5834077"/>
            <a:ext cx="538702" cy="53870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95751E6-FADD-43BF-9DD6-950AD2AF9EE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639" r="12964"/>
          <a:stretch/>
        </p:blipFill>
        <p:spPr>
          <a:xfrm>
            <a:off x="8990494" y="3018173"/>
            <a:ext cx="2546441" cy="126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56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pt-BR" dirty="0"/>
              <a:t>Estrutura da planilha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7</a:t>
            </a:fld>
            <a:endParaRPr lang="de-DE" altLang="sr-Latn-RS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DB8B0A2-E3E7-4CC7-976C-F0DC8282EC1D}"/>
              </a:ext>
            </a:extLst>
          </p:cNvPr>
          <p:cNvSpPr/>
          <p:nvPr/>
        </p:nvSpPr>
        <p:spPr>
          <a:xfrm>
            <a:off x="695325" y="1955969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Botões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E5A3D4F-2030-4E4E-97F4-3DA28FFEF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60" y="2810243"/>
            <a:ext cx="1467055" cy="62873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96AEA6A-526B-41C4-B5E7-54FD5F781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72" y="4886892"/>
            <a:ext cx="466790" cy="48584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A5A5D823-7953-4095-B5B4-04A6FBB16E0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69"/>
          <a:stretch/>
        </p:blipFill>
        <p:spPr>
          <a:xfrm>
            <a:off x="6096000" y="2825713"/>
            <a:ext cx="1780548" cy="65594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3EB7C233-A42F-4A4C-B491-E6BBABDBA0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722193"/>
            <a:ext cx="1780548" cy="601325"/>
          </a:xfrm>
          <a:prstGeom prst="rect">
            <a:avLst/>
          </a:prstGeom>
        </p:spPr>
      </p:pic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25C78BA5-9CE5-488E-ACDB-99E2D481A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4570" y="2894351"/>
            <a:ext cx="3286697" cy="44500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Limpa</a:t>
            </a:r>
            <a:r>
              <a:rPr lang="de-DE" dirty="0"/>
              <a:t> a </a:t>
            </a:r>
            <a:r>
              <a:rPr lang="de-DE" dirty="0" err="1"/>
              <a:t>planilha</a:t>
            </a:r>
            <a:r>
              <a:rPr lang="de-DE" dirty="0"/>
              <a:t> </a:t>
            </a:r>
            <a:r>
              <a:rPr lang="de-DE" dirty="0" err="1"/>
              <a:t>atual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FCAAB3F0-3DE1-4AFD-B7FA-AC422F2DCCF6}"/>
              </a:ext>
            </a:extLst>
          </p:cNvPr>
          <p:cNvSpPr txBox="1">
            <a:spLocks/>
          </p:cNvSpPr>
          <p:nvPr/>
        </p:nvSpPr>
        <p:spPr>
          <a:xfrm>
            <a:off x="2797678" y="3944598"/>
            <a:ext cx="2800480" cy="4450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2575" indent="-282575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20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1pPr>
            <a:lvl2pPr marL="590400" indent="-2844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800" kern="1200" dirty="0">
                <a:solidFill>
                  <a:schemeClr val="accent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2pPr>
            <a:lvl3pPr marL="873125" indent="-284163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600" kern="1200" dirty="0">
                <a:solidFill>
                  <a:schemeClr val="accent4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3pPr>
            <a:lvl4pPr marL="1104900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de-DE" altLang="sr-Latn-RS" sz="14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4pPr>
            <a:lvl5pPr marL="1341438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tabLst/>
              <a:defRPr lang="de-DE" altLang="sr-Latn-RS" sz="12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 err="1"/>
              <a:t>Limpa</a:t>
            </a:r>
            <a:r>
              <a:rPr lang="de-DE" dirty="0"/>
              <a:t> </a:t>
            </a:r>
            <a:r>
              <a:rPr lang="de-DE" dirty="0" err="1"/>
              <a:t>todo</a:t>
            </a:r>
            <a:r>
              <a:rPr lang="de-DE" dirty="0"/>
              <a:t> o </a:t>
            </a:r>
            <a:r>
              <a:rPr lang="de-DE" dirty="0" err="1"/>
              <a:t>arquivo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28" name="Content Placeholder 10">
            <a:extLst>
              <a:ext uri="{FF2B5EF4-FFF2-40B4-BE49-F238E27FC236}">
                <a16:creationId xmlns:a16="http://schemas.microsoft.com/office/drawing/2014/main" id="{FCE2DA3B-2C1E-40C4-B27C-A4F472396D86}"/>
              </a:ext>
            </a:extLst>
          </p:cNvPr>
          <p:cNvSpPr txBox="1">
            <a:spLocks/>
          </p:cNvSpPr>
          <p:nvPr/>
        </p:nvSpPr>
        <p:spPr>
          <a:xfrm>
            <a:off x="1484151" y="4886291"/>
            <a:ext cx="4357116" cy="4450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2575" indent="-282575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20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1pPr>
            <a:lvl2pPr marL="590400" indent="-2844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800" kern="1200" dirty="0">
                <a:solidFill>
                  <a:schemeClr val="accent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2pPr>
            <a:lvl3pPr marL="873125" indent="-284163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600" kern="1200" dirty="0">
                <a:solidFill>
                  <a:schemeClr val="accent4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3pPr>
            <a:lvl4pPr marL="1104900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de-DE" altLang="sr-Latn-RS" sz="14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4pPr>
            <a:lvl5pPr marL="1341438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tabLst/>
              <a:defRPr lang="de-DE" altLang="sr-Latn-RS" sz="12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 err="1"/>
              <a:t>Acessa</a:t>
            </a:r>
            <a:r>
              <a:rPr lang="de-DE" dirty="0"/>
              <a:t> </a:t>
            </a:r>
            <a:r>
              <a:rPr lang="de-DE" dirty="0" err="1"/>
              <a:t>documentos</a:t>
            </a:r>
            <a:r>
              <a:rPr lang="de-DE" dirty="0"/>
              <a:t> de </a:t>
            </a:r>
            <a:r>
              <a:rPr lang="de-DE" dirty="0" err="1"/>
              <a:t>auxílio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29" name="Content Placeholder 10">
            <a:extLst>
              <a:ext uri="{FF2B5EF4-FFF2-40B4-BE49-F238E27FC236}">
                <a16:creationId xmlns:a16="http://schemas.microsoft.com/office/drawing/2014/main" id="{BBDE63B7-B354-4FC0-BD14-C49C8B804E02}"/>
              </a:ext>
            </a:extLst>
          </p:cNvPr>
          <p:cNvSpPr txBox="1">
            <a:spLocks/>
          </p:cNvSpPr>
          <p:nvPr/>
        </p:nvSpPr>
        <p:spPr>
          <a:xfrm>
            <a:off x="8051976" y="2935609"/>
            <a:ext cx="3286697" cy="4450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2575" indent="-282575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20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1pPr>
            <a:lvl2pPr marL="590400" indent="-2844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800" kern="1200" dirty="0">
                <a:solidFill>
                  <a:schemeClr val="accent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2pPr>
            <a:lvl3pPr marL="873125" indent="-284163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600" kern="1200" dirty="0">
                <a:solidFill>
                  <a:schemeClr val="accent4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3pPr>
            <a:lvl4pPr marL="1104900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de-DE" altLang="sr-Latn-RS" sz="14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4pPr>
            <a:lvl5pPr marL="1341438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tabLst/>
              <a:defRPr lang="de-DE" altLang="sr-Latn-RS" sz="12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Gera a </a:t>
            </a:r>
            <a:r>
              <a:rPr lang="de-DE" dirty="0" err="1"/>
              <a:t>documentação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31" name="Content Placeholder 10">
            <a:extLst>
              <a:ext uri="{FF2B5EF4-FFF2-40B4-BE49-F238E27FC236}">
                <a16:creationId xmlns:a16="http://schemas.microsoft.com/office/drawing/2014/main" id="{DE9E7428-CC85-4C0D-9EE5-0352BE67890D}"/>
              </a:ext>
            </a:extLst>
          </p:cNvPr>
          <p:cNvSpPr txBox="1">
            <a:spLocks/>
          </p:cNvSpPr>
          <p:nvPr/>
        </p:nvSpPr>
        <p:spPr>
          <a:xfrm>
            <a:off x="8051976" y="3915352"/>
            <a:ext cx="3551064" cy="4450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2575" indent="-282575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20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1pPr>
            <a:lvl2pPr marL="590400" indent="-2844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800" kern="1200" dirty="0">
                <a:solidFill>
                  <a:schemeClr val="accent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2pPr>
            <a:lvl3pPr marL="873125" indent="-284163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600" kern="1200" dirty="0">
                <a:solidFill>
                  <a:schemeClr val="accent4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3pPr>
            <a:lvl4pPr marL="1104900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de-DE" altLang="sr-Latn-RS" sz="14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4pPr>
            <a:lvl5pPr marL="1341438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tabLst/>
              <a:defRPr lang="de-DE" altLang="sr-Latn-RS" sz="12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 err="1"/>
              <a:t>Substitui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tabelas</a:t>
            </a:r>
            <a:r>
              <a:rPr lang="de-DE" dirty="0"/>
              <a:t> </a:t>
            </a:r>
            <a:r>
              <a:rPr lang="de-DE" dirty="0" err="1"/>
              <a:t>necessárias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32" name="Content Placeholder 10">
            <a:extLst>
              <a:ext uri="{FF2B5EF4-FFF2-40B4-BE49-F238E27FC236}">
                <a16:creationId xmlns:a16="http://schemas.microsoft.com/office/drawing/2014/main" id="{76B450BF-3966-4DB9-9E68-45967F57BF58}"/>
              </a:ext>
            </a:extLst>
          </p:cNvPr>
          <p:cNvSpPr txBox="1">
            <a:spLocks/>
          </p:cNvSpPr>
          <p:nvPr/>
        </p:nvSpPr>
        <p:spPr>
          <a:xfrm>
            <a:off x="8051976" y="4801701"/>
            <a:ext cx="3710400" cy="4450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2575" indent="-282575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20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1pPr>
            <a:lvl2pPr marL="590400" indent="-2844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800" kern="1200" dirty="0">
                <a:solidFill>
                  <a:schemeClr val="accent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2pPr>
            <a:lvl3pPr marL="873125" indent="-284163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600" kern="1200" dirty="0">
                <a:solidFill>
                  <a:schemeClr val="accent4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3pPr>
            <a:lvl4pPr marL="1104900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de-DE" altLang="sr-Latn-RS" sz="14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4pPr>
            <a:lvl5pPr marL="1341438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tabLst/>
              <a:defRPr lang="de-DE" altLang="sr-Latn-RS" sz="12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 err="1"/>
              <a:t>Substitui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imagens</a:t>
            </a:r>
            <a:r>
              <a:rPr lang="de-DE" dirty="0"/>
              <a:t> </a:t>
            </a:r>
            <a:r>
              <a:rPr lang="de-DE" dirty="0" err="1"/>
              <a:t>necessárias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DB27523-184B-4B04-AF9D-9BC389023B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878777"/>
            <a:ext cx="1780548" cy="57399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929B9FF-406F-4FD1-BC81-8503FB9E25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960" y="3736405"/>
            <a:ext cx="1976264" cy="85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26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pt-BR" dirty="0"/>
              <a:t>Estrutura da planilha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8</a:t>
            </a:fld>
            <a:endParaRPr lang="de-DE" altLang="sr-Latn-RS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DB8B0A2-E3E7-4CC7-976C-F0DC8282EC1D}"/>
              </a:ext>
            </a:extLst>
          </p:cNvPr>
          <p:cNvSpPr/>
          <p:nvPr/>
        </p:nvSpPr>
        <p:spPr>
          <a:xfrm>
            <a:off x="695325" y="1955969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Navegação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8B16AE9-8F1E-44AB-A59B-A3069AA64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800626"/>
            <a:ext cx="3353268" cy="257210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1CD4FAE-4701-47EF-910A-D6A0B0FE8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91" y="1990394"/>
            <a:ext cx="4965740" cy="1620464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FE636BDF-AFFB-4615-8EEB-CA48B7BDC4B8}"/>
              </a:ext>
            </a:extLst>
          </p:cNvPr>
          <p:cNvSpPr txBox="1"/>
          <p:nvPr/>
        </p:nvSpPr>
        <p:spPr>
          <a:xfrm>
            <a:off x="5195324" y="4415258"/>
            <a:ext cx="5469565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Botões para fácil navegação estão incluídos em todas abas do arquivo e são categorizados por cores, referentes ao conteúdo a ser preenchido.</a:t>
            </a:r>
          </a:p>
        </p:txBody>
      </p:sp>
    </p:spTree>
    <p:extLst>
      <p:ext uri="{BB962C8B-B14F-4D97-AF65-F5344CB8AC3E}">
        <p14:creationId xmlns:p14="http://schemas.microsoft.com/office/powerpoint/2010/main" val="3008332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pt-BR" dirty="0"/>
              <a:t>Estrutura da planilha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9</a:t>
            </a:fld>
            <a:endParaRPr lang="de-DE" altLang="sr-Latn-RS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DB8B0A2-E3E7-4CC7-976C-F0DC8282EC1D}"/>
              </a:ext>
            </a:extLst>
          </p:cNvPr>
          <p:cNvSpPr/>
          <p:nvPr/>
        </p:nvSpPr>
        <p:spPr>
          <a:xfrm>
            <a:off x="695325" y="1955969"/>
            <a:ext cx="860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Avisos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10C04E7-3441-4B4B-9997-E9924A4EF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120" y="2479097"/>
            <a:ext cx="2446465" cy="108316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EC5576D-684B-4F1D-A44F-1BFA2DF00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451" y="3727575"/>
            <a:ext cx="2460133" cy="97143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2FD3D8-73F0-484B-BF96-C4151C5EC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1451" y="4864322"/>
            <a:ext cx="2460132" cy="95430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9323606-1222-4329-BE2C-A0BC3816BA82}"/>
              </a:ext>
            </a:extLst>
          </p:cNvPr>
          <p:cNvSpPr txBox="1"/>
          <p:nvPr/>
        </p:nvSpPr>
        <p:spPr>
          <a:xfrm>
            <a:off x="4834173" y="2369644"/>
            <a:ext cx="6142707" cy="33855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Diferentes mensagens de aviso podem aparecer ao decorrer do preenchimento. </a:t>
            </a:r>
          </a:p>
          <a:p>
            <a:endParaRPr lang="pt-BR" sz="2000" dirty="0">
              <a:solidFill>
                <a:schemeClr val="bg2"/>
              </a:solidFill>
              <a:latin typeface="+mn-lt"/>
            </a:endParaRPr>
          </a:p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As mesmas indicarão quais etapas devem ser seguidas ou o caminho recomendável para melhor execução do programa.</a:t>
            </a:r>
          </a:p>
          <a:p>
            <a:endParaRPr lang="pt-BR" sz="2000" dirty="0">
              <a:solidFill>
                <a:schemeClr val="bg2"/>
              </a:solidFill>
              <a:latin typeface="+mn-lt"/>
            </a:endParaRPr>
          </a:p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As mensagens foram montadas de modo que não interfiram no preenchimento caso não haja necessidade, portanto não devem ser ignoradas ao serem acionadas.</a:t>
            </a:r>
          </a:p>
        </p:txBody>
      </p:sp>
    </p:spTree>
    <p:extLst>
      <p:ext uri="{BB962C8B-B14F-4D97-AF65-F5344CB8AC3E}">
        <p14:creationId xmlns:p14="http://schemas.microsoft.com/office/powerpoint/2010/main" val="3524461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95CC94AF-B214-4181-AB98-9BD2B0B62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39" y="2197383"/>
            <a:ext cx="6396756" cy="3453321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pt-BR" dirty="0"/>
              <a:t>Relação entre planilha e conteúdo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8471441" y="5650704"/>
            <a:ext cx="3232150" cy="541687"/>
          </a:xfrm>
        </p:spPr>
        <p:txBody>
          <a:bodyPr>
            <a:normAutofit/>
          </a:bodyPr>
          <a:lstStyle/>
          <a:p>
            <a:pPr algn="ctr"/>
            <a:r>
              <a:rPr lang="pt-BR" sz="1400" dirty="0"/>
              <a:t>EXEMPLO DE Conteúdo relacionado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10</a:t>
            </a:fld>
            <a:endParaRPr lang="de-DE" altLang="sr-Latn-R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2B9D78-4895-482F-8994-F0D8D06A5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6437" y="1788044"/>
            <a:ext cx="3289700" cy="367286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1CC98B3-04D5-4EAB-9E0E-AA40BC5912CC}"/>
              </a:ext>
            </a:extLst>
          </p:cNvPr>
          <p:cNvSpPr/>
          <p:nvPr/>
        </p:nvSpPr>
        <p:spPr>
          <a:xfrm>
            <a:off x="845039" y="4253224"/>
            <a:ext cx="6390535" cy="806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pt-BR" sz="20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548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98500" y="1970058"/>
            <a:ext cx="6355443" cy="3979481"/>
          </a:xfrm>
        </p:spPr>
        <p:txBody>
          <a:bodyPr/>
          <a:lstStyle/>
          <a:p>
            <a:pPr marL="282575" lvl="1" indent="-282575">
              <a:spcBef>
                <a:spcPts val="600"/>
              </a:spcBef>
              <a:spcAft>
                <a:spcPts val="1200"/>
              </a:spcAft>
            </a:pPr>
            <a:r>
              <a:rPr lang="pt-BR" altLang="sr-Latn-RS" dirty="0">
                <a:solidFill>
                  <a:schemeClr val="bg2"/>
                </a:solidFill>
              </a:rPr>
              <a:t>As informações inseridas serão utilizadas para Capa e placa de informações inseridas na documentação.</a:t>
            </a:r>
          </a:p>
          <a:p>
            <a:pPr marL="282575" lvl="1" indent="-282575">
              <a:spcBef>
                <a:spcPts val="600"/>
              </a:spcBef>
              <a:spcAft>
                <a:spcPts val="1200"/>
              </a:spcAft>
            </a:pPr>
            <a:r>
              <a:rPr lang="pt-BR" altLang="sr-Latn-RS" dirty="0">
                <a:solidFill>
                  <a:schemeClr val="bg2"/>
                </a:solidFill>
              </a:rPr>
              <a:t>O preenchimento deve seguir o exemplo mostrado ao lado.</a:t>
            </a:r>
          </a:p>
          <a:p>
            <a:pPr marL="282575" lvl="1" indent="-282575">
              <a:spcBef>
                <a:spcPts val="600"/>
              </a:spcBef>
              <a:spcAft>
                <a:spcPts val="1200"/>
              </a:spcAft>
            </a:pPr>
            <a:r>
              <a:rPr lang="pt-BR" altLang="sr-Latn-RS" dirty="0">
                <a:solidFill>
                  <a:schemeClr val="bg2"/>
                </a:solidFill>
              </a:rPr>
              <a:t>Na célula de “Tipo” também poderá ser informado caso atualização de IHM, o mesmo irá gerar documentação específica.</a:t>
            </a:r>
          </a:p>
          <a:p>
            <a:pPr marL="0" lvl="1" indent="0">
              <a:buNone/>
            </a:pPr>
            <a:endParaRPr lang="pt-BR" altLang="sr-Latn-RS" sz="2000" dirty="0">
              <a:solidFill>
                <a:schemeClr val="bg2"/>
              </a:solidFill>
            </a:endParaRPr>
          </a:p>
          <a:p>
            <a:pPr marL="282575" lvl="1" indent="-282575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marL="306000" lvl="1" indent="0">
              <a:buNone/>
            </a:pPr>
            <a:endParaRPr lang="de-DE" dirty="0"/>
          </a:p>
          <a:p>
            <a:pPr marL="306000" lvl="1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Informações Gerais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8330566" y="5307364"/>
            <a:ext cx="3232150" cy="541687"/>
          </a:xfrm>
        </p:spPr>
        <p:txBody>
          <a:bodyPr/>
          <a:lstStyle/>
          <a:p>
            <a:pPr algn="ctr"/>
            <a:r>
              <a:rPr lang="pt-BR" dirty="0"/>
              <a:t>Tabela de informações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11</a:t>
            </a:fld>
            <a:endParaRPr lang="de-DE" altLang="sr-Latn-RS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6F64AF4-C0E4-409D-96D0-F73D569C332B}"/>
              </a:ext>
            </a:extLst>
          </p:cNvPr>
          <p:cNvSpPr txBox="1"/>
          <p:nvPr/>
        </p:nvSpPr>
        <p:spPr>
          <a:xfrm>
            <a:off x="1241647" y="5949539"/>
            <a:ext cx="421589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Departamento: Elétrica / Mecânica  </a:t>
            </a:r>
          </a:p>
        </p:txBody>
      </p:sp>
      <p:pic>
        <p:nvPicPr>
          <p:cNvPr id="15" name="Gráfico 14" descr="Marketing">
            <a:extLst>
              <a:ext uri="{FF2B5EF4-FFF2-40B4-BE49-F238E27FC236}">
                <a16:creationId xmlns:a16="http://schemas.microsoft.com/office/drawing/2014/main" id="{04187CD5-4B43-4510-A5F2-BABE9EC3A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945" y="5834077"/>
            <a:ext cx="538702" cy="53870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BE84C2D-7C85-4571-95D2-AB5255663F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615" b="2513"/>
          <a:stretch/>
        </p:blipFill>
        <p:spPr>
          <a:xfrm>
            <a:off x="7680325" y="1827292"/>
            <a:ext cx="4320710" cy="338046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421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809011" y="1953265"/>
            <a:ext cx="6981825" cy="4113588"/>
          </a:xfrm>
        </p:spPr>
        <p:txBody>
          <a:bodyPr/>
          <a:lstStyle/>
          <a:p>
            <a:pPr marL="0" indent="0">
              <a:buNone/>
            </a:pPr>
            <a:r>
              <a:rPr lang="pt-BR" sz="1800" dirty="0">
                <a:solidFill>
                  <a:schemeClr val="bg1">
                    <a:lumMod val="50000"/>
                  </a:schemeClr>
                </a:solidFill>
              </a:rPr>
              <a:t>Determinar informações sobre componentes integrados:</a:t>
            </a:r>
          </a:p>
          <a:p>
            <a:pPr lvl="2">
              <a:buClr>
                <a:srgbClr val="989B9C"/>
              </a:buClr>
            </a:pPr>
            <a:endParaRPr lang="pt-BR" altLang="sr-Latn-RS" sz="1400" dirty="0">
              <a:solidFill>
                <a:schemeClr val="bg1">
                  <a:lumMod val="50000"/>
                </a:schemeClr>
              </a:solidFill>
            </a:endParaRPr>
          </a:p>
          <a:p>
            <a:pPr lvl="2">
              <a:buClr>
                <a:srgbClr val="989B9C"/>
              </a:buClr>
            </a:pPr>
            <a:r>
              <a:rPr lang="pt-BR" altLang="sr-Latn-RS" sz="1400" dirty="0">
                <a:solidFill>
                  <a:schemeClr val="bg1">
                    <a:lumMod val="50000"/>
                  </a:schemeClr>
                </a:solidFill>
              </a:rPr>
              <a:t>Descrição de componente</a:t>
            </a:r>
          </a:p>
          <a:p>
            <a:pPr lvl="2">
              <a:buClr>
                <a:srgbClr val="989B9C"/>
              </a:buClr>
            </a:pPr>
            <a:r>
              <a:rPr lang="pt-BR" altLang="sr-Latn-RS" sz="1400" dirty="0">
                <a:solidFill>
                  <a:schemeClr val="bg1">
                    <a:lumMod val="50000"/>
                  </a:schemeClr>
                </a:solidFill>
              </a:rPr>
              <a:t>Identificação de Fabricante (Caso não KHS)</a:t>
            </a:r>
          </a:p>
          <a:p>
            <a:pPr lvl="2">
              <a:buClr>
                <a:srgbClr val="989B9C"/>
              </a:buClr>
            </a:pPr>
            <a:r>
              <a:rPr lang="pt-BR" altLang="sr-Latn-RS" sz="1400" dirty="0">
                <a:solidFill>
                  <a:schemeClr val="bg1">
                    <a:lumMod val="50000"/>
                  </a:schemeClr>
                </a:solidFill>
              </a:rPr>
              <a:t>Numero de ordem KHS </a:t>
            </a:r>
          </a:p>
          <a:p>
            <a:pPr lvl="2">
              <a:buClr>
                <a:srgbClr val="989B9C"/>
              </a:buClr>
            </a:pPr>
            <a:r>
              <a:rPr lang="pt-BR" altLang="sr-Latn-RS" sz="1400" dirty="0">
                <a:solidFill>
                  <a:schemeClr val="bg1">
                    <a:lumMod val="50000"/>
                  </a:schemeClr>
                </a:solidFill>
              </a:rPr>
              <a:t>Numero de posição KHS (Caso não exista uma posição especifica, informar posição da maquina na qual o componente foi atribuído)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Componentes integrados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Documentação</a:t>
            </a:r>
            <a:r>
              <a:rPr lang="de-DE" dirty="0"/>
              <a:t> </a:t>
            </a:r>
            <a:r>
              <a:rPr lang="de-DE" dirty="0" err="1"/>
              <a:t>Técnica</a:t>
            </a:r>
            <a:r>
              <a:rPr lang="de-DE" dirty="0"/>
              <a:t> - </a:t>
            </a:r>
            <a:r>
              <a:rPr lang="pt-BR" dirty="0"/>
              <a:t>Planilhas</a:t>
            </a:r>
            <a:r>
              <a:rPr lang="de-DE" dirty="0"/>
              <a:t> </a:t>
            </a:r>
            <a:r>
              <a:rPr lang="de-DE" dirty="0" err="1"/>
              <a:t>para</a:t>
            </a:r>
            <a:r>
              <a:rPr lang="de-DE" dirty="0"/>
              <a:t> </a:t>
            </a:r>
            <a:r>
              <a:rPr lang="de-DE" dirty="0" err="1"/>
              <a:t>desenvolvimento</a:t>
            </a:r>
            <a:r>
              <a:rPr lang="de-DE" dirty="0"/>
              <a:t> de </a:t>
            </a:r>
            <a:r>
              <a:rPr lang="de-DE" dirty="0" err="1"/>
              <a:t>Manuais</a:t>
            </a:r>
            <a:r>
              <a:rPr lang="de-DE" dirty="0"/>
              <a:t> de </a:t>
            </a:r>
            <a:r>
              <a:rPr lang="de-DE" dirty="0" err="1"/>
              <a:t>Instruções</a:t>
            </a:r>
            <a:r>
              <a:rPr lang="de-DE" dirty="0"/>
              <a:t> (BA)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12</a:t>
            </a:fld>
            <a:endParaRPr lang="de-DE" altLang="sr-Latn-RS" dirty="0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6166A46-ECDC-44F4-B7AC-00880D670D7F}"/>
              </a:ext>
            </a:extLst>
          </p:cNvPr>
          <p:cNvSpPr txBox="1">
            <a:spLocks/>
          </p:cNvSpPr>
          <p:nvPr/>
        </p:nvSpPr>
        <p:spPr>
          <a:xfrm>
            <a:off x="8408943" y="4374904"/>
            <a:ext cx="3232150" cy="3061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600" kern="1200" cap="all" baseline="0">
                <a:solidFill>
                  <a:schemeClr val="accent5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1pPr>
            <a:lvl2pPr marL="304800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800" kern="1200">
                <a:solidFill>
                  <a:schemeClr val="accent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2pPr>
            <a:lvl3pPr marL="587375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600" kern="1200">
                <a:solidFill>
                  <a:schemeClr val="accent4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3pPr>
            <a:lvl4pPr marL="860425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defRPr lang="de-DE" altLang="sr-Latn-RS" sz="1400" kern="120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4pPr>
            <a:lvl5pPr marL="1104900" indent="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None/>
              <a:tabLst/>
              <a:defRPr lang="de-DE" altLang="sr-Latn-RS" sz="1200" kern="120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dirty="0"/>
              <a:t>tabela de componentes integrados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75B013E-284A-4443-8A0A-E3CC59B824B7}"/>
              </a:ext>
            </a:extLst>
          </p:cNvPr>
          <p:cNvSpPr txBox="1"/>
          <p:nvPr/>
        </p:nvSpPr>
        <p:spPr>
          <a:xfrm>
            <a:off x="1241647" y="5949539"/>
            <a:ext cx="315951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Departamento: Mecânica  </a:t>
            </a:r>
          </a:p>
        </p:txBody>
      </p:sp>
      <p:pic>
        <p:nvPicPr>
          <p:cNvPr id="15" name="Gráfico 14" descr="Marketing">
            <a:extLst>
              <a:ext uri="{FF2B5EF4-FFF2-40B4-BE49-F238E27FC236}">
                <a16:creationId xmlns:a16="http://schemas.microsoft.com/office/drawing/2014/main" id="{675BAF58-CC7F-4106-8A4B-F4C5B7553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945" y="5834077"/>
            <a:ext cx="538702" cy="53870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7E6BC385-9B9E-49D3-B154-58D9F920B19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2642"/>
          <a:stretch/>
        </p:blipFill>
        <p:spPr>
          <a:xfrm>
            <a:off x="8234542" y="2546419"/>
            <a:ext cx="3580952" cy="16668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563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219889" y="2352557"/>
            <a:ext cx="5276786" cy="2983559"/>
          </a:xfrm>
        </p:spPr>
        <p:txBody>
          <a:bodyPr/>
          <a:lstStyle/>
          <a:p>
            <a:pPr marL="0" indent="0">
              <a:buNone/>
            </a:pPr>
            <a:r>
              <a:rPr lang="pt-BR" sz="1800" dirty="0"/>
              <a:t>Como descrito, essa planilha deve ser preenchida somente em situações onde uma de suas opções seja aplicável.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Isso inclui definições técnicas como “Layout dos isolamentos de energia” e especificações como “Sem lista de falhas”.</a:t>
            </a:r>
          </a:p>
          <a:p>
            <a:pPr marL="306000" lvl="1" indent="0">
              <a:buNone/>
            </a:pPr>
            <a:endParaRPr lang="de-DE" sz="1600" dirty="0"/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endParaRPr lang="de-DE" sz="1800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98500" y="1485265"/>
            <a:ext cx="5214620" cy="369332"/>
          </a:xfrm>
        </p:spPr>
        <p:txBody>
          <a:bodyPr/>
          <a:lstStyle/>
          <a:p>
            <a:pPr algn="just"/>
            <a:r>
              <a:rPr lang="pt-BR" dirty="0"/>
              <a:t>Exceções técnicas e especificações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13</a:t>
            </a:fld>
            <a:endParaRPr lang="de-DE" altLang="sr-Latn-RS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556104F-1D75-4EFE-B962-3191A2CFB91F}"/>
              </a:ext>
            </a:extLst>
          </p:cNvPr>
          <p:cNvSpPr txBox="1"/>
          <p:nvPr/>
        </p:nvSpPr>
        <p:spPr>
          <a:xfrm>
            <a:off x="1241647" y="5949539"/>
            <a:ext cx="421589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Departamento: Elétrica / Mecânica  </a:t>
            </a:r>
          </a:p>
        </p:txBody>
      </p:sp>
      <p:pic>
        <p:nvPicPr>
          <p:cNvPr id="17" name="Gráfico 16" descr="Marketing">
            <a:extLst>
              <a:ext uri="{FF2B5EF4-FFF2-40B4-BE49-F238E27FC236}">
                <a16:creationId xmlns:a16="http://schemas.microsoft.com/office/drawing/2014/main" id="{CF7CD5B2-BD5D-4208-B5A9-BB2E057B3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945" y="5834077"/>
            <a:ext cx="538702" cy="53870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831C6D9-15A9-4DAE-8B21-9EAACE49C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296" y="2205892"/>
            <a:ext cx="4474886" cy="31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90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702945" y="2035270"/>
            <a:ext cx="11131551" cy="3956288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Exemplo</a:t>
            </a:r>
            <a:r>
              <a:rPr lang="de-DE" dirty="0"/>
              <a:t> de </a:t>
            </a:r>
            <a:r>
              <a:rPr lang="de-DE" dirty="0" err="1"/>
              <a:t>layout</a:t>
            </a:r>
            <a:r>
              <a:rPr lang="de-DE" dirty="0"/>
              <a:t> de </a:t>
            </a:r>
            <a:r>
              <a:rPr lang="de-DE" dirty="0" err="1"/>
              <a:t>isolamento</a:t>
            </a:r>
            <a:r>
              <a:rPr lang="de-DE" dirty="0"/>
              <a:t> de </a:t>
            </a:r>
            <a:r>
              <a:rPr lang="de-DE" dirty="0" err="1"/>
              <a:t>energias</a:t>
            </a:r>
            <a:r>
              <a:rPr lang="de-DE" dirty="0"/>
              <a:t>: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98500" y="1485265"/>
            <a:ext cx="5214620" cy="369332"/>
          </a:xfrm>
        </p:spPr>
        <p:txBody>
          <a:bodyPr/>
          <a:lstStyle/>
          <a:p>
            <a:pPr algn="just"/>
            <a:r>
              <a:rPr lang="pt-BR" dirty="0"/>
              <a:t>Exceções técnicas e especificações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7485435" y="4627403"/>
            <a:ext cx="3232150" cy="541687"/>
          </a:xfrm>
        </p:spPr>
        <p:txBody>
          <a:bodyPr/>
          <a:lstStyle/>
          <a:p>
            <a:pPr algn="ctr"/>
            <a:r>
              <a:rPr lang="pt-BR" dirty="0">
                <a:solidFill>
                  <a:srgbClr val="6E89A7"/>
                </a:solidFill>
              </a:rPr>
              <a:t>Exemplo de elementos de Isolamento da maquina</a:t>
            </a:r>
            <a:endParaRPr lang="de-DE" dirty="0">
              <a:solidFill>
                <a:srgbClr val="6E89A7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14</a:t>
            </a:fld>
            <a:endParaRPr lang="de-DE" altLang="sr-Latn-R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A83FFB5-37E9-450B-9824-B6ACCBC10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838" y="3221896"/>
            <a:ext cx="1957344" cy="1166077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8A5AAE91-7709-4DC4-A0C3-E6B4233126CF}"/>
              </a:ext>
            </a:extLst>
          </p:cNvPr>
          <p:cNvSpPr txBox="1"/>
          <p:nvPr/>
        </p:nvSpPr>
        <p:spPr>
          <a:xfrm>
            <a:off x="1241647" y="5949539"/>
            <a:ext cx="297837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pt-BR" sz="2000" dirty="0">
                <a:solidFill>
                  <a:schemeClr val="bg2"/>
                </a:solidFill>
                <a:latin typeface="+mn-lt"/>
              </a:rPr>
              <a:t>Departamento: Mecânica </a:t>
            </a:r>
          </a:p>
        </p:txBody>
      </p:sp>
      <p:pic>
        <p:nvPicPr>
          <p:cNvPr id="15" name="Gráfico 14" descr="Marketing">
            <a:extLst>
              <a:ext uri="{FF2B5EF4-FFF2-40B4-BE49-F238E27FC236}">
                <a16:creationId xmlns:a16="http://schemas.microsoft.com/office/drawing/2014/main" id="{2BA99D6C-288F-4307-B300-C14CD358D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945" y="5834077"/>
            <a:ext cx="538702" cy="53870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BAD32F4-8A57-443D-95D2-D705D6DAF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418" y="2534338"/>
            <a:ext cx="5745216" cy="295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74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Automatização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929368" y="2308607"/>
            <a:ext cx="9785531" cy="3316889"/>
          </a:xfrm>
        </p:spPr>
        <p:txBody>
          <a:bodyPr/>
          <a:lstStyle/>
          <a:p>
            <a:pPr marL="0" indent="0" algn="just">
              <a:buNone/>
            </a:pPr>
            <a:r>
              <a:rPr lang="pt-BR" altLang="sr-Latn-RS" sz="1600" dirty="0"/>
              <a:t>Com o intuito de otimizar o fluxo referente a elaboração de manuais de instruções, a partir da presente data será disponibilizada uma planilha automatizada.</a:t>
            </a:r>
          </a:p>
          <a:p>
            <a:pPr marL="0" indent="0" algn="just">
              <a:buNone/>
            </a:pPr>
            <a:endParaRPr lang="pt-BR" altLang="sr-Latn-RS" sz="500" dirty="0"/>
          </a:p>
          <a:p>
            <a:pPr marL="0" indent="0" algn="just">
              <a:buNone/>
            </a:pPr>
            <a:r>
              <a:rPr lang="pt-BR" altLang="sr-Latn-RS" sz="1600" dirty="0"/>
              <a:t>A planilha em questão apresenta botões para “Gerar manual”, “Substituir tabelas” e “Substituir imagens”.</a:t>
            </a:r>
          </a:p>
          <a:p>
            <a:pPr marL="0" indent="0" algn="just">
              <a:buNone/>
            </a:pPr>
            <a:endParaRPr lang="pt-BR" altLang="sr-Latn-RS" sz="500" dirty="0"/>
          </a:p>
          <a:p>
            <a:pPr marL="0" indent="0" algn="just">
              <a:buNone/>
            </a:pPr>
            <a:r>
              <a:rPr lang="pt-BR" altLang="sr-Latn-RS" sz="1600" dirty="0"/>
              <a:t>Para seu funcionamento, o usuário deve aceitar a notificação exibida pelo sistema ao apertar os botões, para assim habilitar os macros. Essa notificação pode aparecer em segundo plano, é recomendado minimizar outros aplicativos ao executar essas funções.</a:t>
            </a:r>
          </a:p>
          <a:p>
            <a:pPr marL="0" indent="0" algn="just">
              <a:buNone/>
            </a:pPr>
            <a:endParaRPr lang="de-DE" altLang="sr-Latn-RS" sz="500" dirty="0"/>
          </a:p>
          <a:p>
            <a:pPr marL="0" indent="0">
              <a:buNone/>
            </a:pPr>
            <a:r>
              <a:rPr lang="de-DE" altLang="sr-Latn-RS" sz="1600" dirty="0" err="1"/>
              <a:t>Caso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ocorra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erro</a:t>
            </a:r>
            <a:r>
              <a:rPr lang="de-DE" altLang="sr-Latn-RS" sz="1600" dirty="0"/>
              <a:t>, </a:t>
            </a:r>
            <a:r>
              <a:rPr lang="de-DE" altLang="sr-Latn-RS" sz="1600" dirty="0" err="1"/>
              <a:t>será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informado</a:t>
            </a:r>
            <a:r>
              <a:rPr lang="de-DE" altLang="sr-Latn-RS" sz="1600" dirty="0"/>
              <a:t> na </a:t>
            </a:r>
            <a:r>
              <a:rPr lang="de-DE" altLang="sr-Latn-RS" sz="1600" dirty="0" err="1"/>
              <a:t>barra</a:t>
            </a:r>
            <a:r>
              <a:rPr lang="de-DE" altLang="sr-Latn-RS" sz="1600" dirty="0"/>
              <a:t> inferior da </a:t>
            </a:r>
            <a:r>
              <a:rPr lang="de-DE" altLang="sr-Latn-RS" sz="1600" dirty="0" err="1"/>
              <a:t>planilha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excel</a:t>
            </a:r>
            <a:r>
              <a:rPr lang="de-DE" altLang="sr-Latn-RS" sz="1600" dirty="0"/>
              <a:t>. O </a:t>
            </a:r>
            <a:r>
              <a:rPr lang="de-DE" altLang="sr-Latn-RS" sz="1600" dirty="0" err="1"/>
              <a:t>erro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pode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ser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devido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não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aceitar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as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notificações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exibidas</a:t>
            </a:r>
            <a:r>
              <a:rPr lang="de-DE" altLang="sr-Latn-RS" sz="1600" dirty="0"/>
              <a:t>. </a:t>
            </a:r>
            <a:r>
              <a:rPr lang="de-DE" altLang="sr-Latn-RS" sz="1600" dirty="0" err="1"/>
              <a:t>Caso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persista</a:t>
            </a:r>
            <a:r>
              <a:rPr lang="de-DE" altLang="sr-Latn-RS" sz="1600" dirty="0"/>
              <a:t>, entre </a:t>
            </a:r>
            <a:r>
              <a:rPr lang="de-DE" altLang="sr-Latn-RS" sz="1600" dirty="0" err="1"/>
              <a:t>em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contato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com</a:t>
            </a:r>
            <a:r>
              <a:rPr lang="de-DE" altLang="sr-Latn-RS" sz="1600" dirty="0"/>
              <a:t> o </a:t>
            </a:r>
            <a:r>
              <a:rPr lang="de-DE" altLang="sr-Latn-RS" sz="1600" dirty="0" err="1"/>
              <a:t>responsável</a:t>
            </a:r>
            <a:r>
              <a:rPr lang="de-DE" altLang="sr-Latn-RS" sz="1600" dirty="0"/>
              <a:t>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510CC1C-61A2-42DD-8D7A-14212126D87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15</a:t>
            </a:fld>
            <a:endParaRPr lang="de-DE" altLang="sr-Latn-R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</p:spTree>
    <p:extLst>
      <p:ext uri="{BB962C8B-B14F-4D97-AF65-F5344CB8AC3E}">
        <p14:creationId xmlns:p14="http://schemas.microsoft.com/office/powerpoint/2010/main" val="3341838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Automatização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510CC1C-61A2-42DD-8D7A-14212126D87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16</a:t>
            </a:fld>
            <a:endParaRPr lang="de-DE" altLang="sr-Latn-R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BDD13E0-82E6-4FD3-8159-420FEF855C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7" t="1266" r="1106" b="1349"/>
          <a:stretch/>
        </p:blipFill>
        <p:spPr>
          <a:xfrm>
            <a:off x="1524000" y="2609694"/>
            <a:ext cx="2501809" cy="178964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D30898E-591F-4E54-A192-09436ED3B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290" y="1652558"/>
            <a:ext cx="4959710" cy="3114793"/>
          </a:xfrm>
          <a:prstGeom prst="rect">
            <a:avLst/>
          </a:prstGeom>
        </p:spPr>
      </p:pic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EFBC4995-9974-434C-8A15-FF3C9AD3C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668" y="4532700"/>
            <a:ext cx="3886472" cy="1284626"/>
          </a:xfrm>
        </p:spPr>
        <p:txBody>
          <a:bodyPr/>
          <a:lstStyle/>
          <a:p>
            <a:pPr marL="282575" lvl="1" indent="-282575">
              <a:spcBef>
                <a:spcPts val="600"/>
              </a:spcBef>
              <a:spcAft>
                <a:spcPts val="1200"/>
              </a:spcAft>
            </a:pPr>
            <a:r>
              <a:rPr lang="pt-BR" altLang="sr-Latn-RS" sz="1200" dirty="0">
                <a:solidFill>
                  <a:schemeClr val="bg2"/>
                </a:solidFill>
              </a:rPr>
              <a:t>Etapa 1: Habilite Macros na notificação do sistema, normalmente aparece ao apertar o botão e novamente após concluir a etapa 2. Se nenhuma notificação aparecer, vá para a área de trabalho e abra o </a:t>
            </a:r>
            <a:r>
              <a:rPr lang="pt-BR" altLang="sr-Latn-RS" sz="1200" dirty="0" err="1">
                <a:solidFill>
                  <a:schemeClr val="bg2"/>
                </a:solidFill>
              </a:rPr>
              <a:t>excel</a:t>
            </a:r>
            <a:r>
              <a:rPr lang="pt-BR" altLang="sr-Latn-RS" sz="1200" dirty="0">
                <a:solidFill>
                  <a:schemeClr val="bg2"/>
                </a:solidFill>
              </a:rPr>
              <a:t> na barra de ferramentas.</a:t>
            </a:r>
          </a:p>
          <a:p>
            <a:pPr marL="0" lvl="1" indent="0">
              <a:buNone/>
            </a:pPr>
            <a:endParaRPr lang="pt-BR" altLang="sr-Latn-RS" sz="2000" dirty="0">
              <a:solidFill>
                <a:schemeClr val="bg2"/>
              </a:solidFill>
            </a:endParaRPr>
          </a:p>
          <a:p>
            <a:pPr marL="282575" lvl="1" indent="-282575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marL="306000" lvl="1" indent="0">
              <a:buNone/>
            </a:pPr>
            <a:endParaRPr lang="de-DE" dirty="0"/>
          </a:p>
          <a:p>
            <a:pPr marL="306000" lvl="1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504FB76-DFB2-480C-B502-D81BC6E8CA85}"/>
              </a:ext>
            </a:extLst>
          </p:cNvPr>
          <p:cNvSpPr/>
          <p:nvPr/>
        </p:nvSpPr>
        <p:spPr>
          <a:xfrm>
            <a:off x="831668" y="1854597"/>
            <a:ext cx="1672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Gerar manual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3B207E4B-1BEA-4F07-BB35-B4668FB75CCB}"/>
              </a:ext>
            </a:extLst>
          </p:cNvPr>
          <p:cNvSpPr txBox="1">
            <a:spLocks/>
          </p:cNvSpPr>
          <p:nvPr/>
        </p:nvSpPr>
        <p:spPr>
          <a:xfrm>
            <a:off x="6296911" y="4934644"/>
            <a:ext cx="3782467" cy="10495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2575" indent="-282575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20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1pPr>
            <a:lvl2pPr marL="590400" indent="-2844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800" kern="1200" dirty="0">
                <a:solidFill>
                  <a:schemeClr val="accent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2pPr>
            <a:lvl3pPr marL="873125" indent="-284163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600" kern="1200" dirty="0">
                <a:solidFill>
                  <a:schemeClr val="accent4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3pPr>
            <a:lvl4pPr marL="1104900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de-DE" altLang="sr-Latn-RS" sz="14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4pPr>
            <a:lvl5pPr marL="1341438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tabLst/>
              <a:defRPr lang="de-DE" altLang="sr-Latn-RS" sz="12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lvl="1" indent="-282575">
              <a:spcBef>
                <a:spcPts val="600"/>
              </a:spcBef>
              <a:spcAft>
                <a:spcPts val="1200"/>
              </a:spcAft>
            </a:pPr>
            <a:r>
              <a:rPr lang="pt-BR" sz="1200" dirty="0">
                <a:solidFill>
                  <a:schemeClr val="bg2"/>
                </a:solidFill>
              </a:rPr>
              <a:t>Etapa 2: Escolha a pasta do arquivo. O nome e formato do arquivo estão configurados para seguir um padrão, não mude caso não necessário.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pt-BR" sz="2000" dirty="0">
              <a:solidFill>
                <a:schemeClr val="bg2"/>
              </a:solidFill>
            </a:endParaRPr>
          </a:p>
          <a:p>
            <a:pPr marL="282575" lvl="1" indent="-282575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marL="306000" lvl="1" indent="0">
              <a:buFont typeface="Arial" panose="020B0604020202020204" pitchFamily="34" charset="0"/>
              <a:buNone/>
            </a:pPr>
            <a:endParaRPr lang="de-DE" dirty="0"/>
          </a:p>
          <a:p>
            <a:pPr marL="306000" lvl="1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666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Automatização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510CC1C-61A2-42DD-8D7A-14212126D87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17</a:t>
            </a:fld>
            <a:endParaRPr lang="de-DE" altLang="sr-Latn-R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EFBC4995-9974-434C-8A15-FF3C9AD3C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7937" y="4478632"/>
            <a:ext cx="3886472" cy="1284626"/>
          </a:xfrm>
        </p:spPr>
        <p:txBody>
          <a:bodyPr/>
          <a:lstStyle/>
          <a:p>
            <a:pPr marL="282575" lvl="1" indent="-282575">
              <a:spcBef>
                <a:spcPts val="600"/>
              </a:spcBef>
              <a:spcAft>
                <a:spcPts val="1200"/>
              </a:spcAft>
            </a:pPr>
            <a:r>
              <a:rPr lang="pt-BR" altLang="sr-Latn-RS" sz="1200" dirty="0">
                <a:solidFill>
                  <a:schemeClr val="bg2"/>
                </a:solidFill>
              </a:rPr>
              <a:t>Etapa 3: Se finalizado sem erros, uma mensagem será exibida. Escolhendo a opção “Sim” o arquivo será aberto, já a opção “Não” manterá o arquivo salvo na pasta selecionada e finalizará a execução.</a:t>
            </a:r>
          </a:p>
          <a:p>
            <a:pPr marL="0" lvl="1" indent="0">
              <a:buNone/>
            </a:pPr>
            <a:endParaRPr lang="pt-BR" altLang="sr-Latn-RS" sz="2000" dirty="0">
              <a:solidFill>
                <a:schemeClr val="bg2"/>
              </a:solidFill>
            </a:endParaRPr>
          </a:p>
          <a:p>
            <a:pPr marL="282575" lvl="1" indent="-282575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marL="306000" lvl="1" indent="0">
              <a:buNone/>
            </a:pPr>
            <a:endParaRPr lang="de-DE" dirty="0"/>
          </a:p>
          <a:p>
            <a:pPr marL="306000" lvl="1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504FB76-DFB2-480C-B502-D81BC6E8CA85}"/>
              </a:ext>
            </a:extLst>
          </p:cNvPr>
          <p:cNvSpPr/>
          <p:nvPr/>
        </p:nvSpPr>
        <p:spPr>
          <a:xfrm>
            <a:off x="831668" y="1854597"/>
            <a:ext cx="1672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Gerar manual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3B207E4B-1BEA-4F07-BB35-B4668FB75CCB}"/>
              </a:ext>
            </a:extLst>
          </p:cNvPr>
          <p:cNvSpPr txBox="1">
            <a:spLocks/>
          </p:cNvSpPr>
          <p:nvPr/>
        </p:nvSpPr>
        <p:spPr>
          <a:xfrm>
            <a:off x="6387567" y="4478632"/>
            <a:ext cx="3782467" cy="10495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2575" indent="-282575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20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1pPr>
            <a:lvl2pPr marL="590400" indent="-2844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800" kern="1200" dirty="0">
                <a:solidFill>
                  <a:schemeClr val="accent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2pPr>
            <a:lvl3pPr marL="873125" indent="-284163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600" kern="1200" dirty="0">
                <a:solidFill>
                  <a:schemeClr val="accent4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3pPr>
            <a:lvl4pPr marL="1104900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de-DE" altLang="sr-Latn-RS" sz="14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4pPr>
            <a:lvl5pPr marL="1341438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tabLst/>
              <a:defRPr lang="de-DE" altLang="sr-Latn-RS" sz="12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lvl="1" indent="-282575">
              <a:spcBef>
                <a:spcPts val="600"/>
              </a:spcBef>
              <a:spcAft>
                <a:spcPts val="1200"/>
              </a:spcAft>
            </a:pPr>
            <a:r>
              <a:rPr lang="pt-BR" sz="1200" dirty="0">
                <a:solidFill>
                  <a:schemeClr val="bg2"/>
                </a:solidFill>
              </a:rPr>
              <a:t>Atenção: Caso qualquer erro ocorra, uma mensagem aparecerá. É recomendado que tente novamente e informe o mais breve possível sobre o erro. </a:t>
            </a:r>
            <a:endParaRPr lang="pt-BR" sz="2000" dirty="0">
              <a:solidFill>
                <a:schemeClr val="bg2"/>
              </a:solidFill>
            </a:endParaRPr>
          </a:p>
          <a:p>
            <a:pPr marL="282575" lvl="1" indent="-282575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marL="306000" lvl="1" indent="0">
              <a:buFont typeface="Arial" panose="020B0604020202020204" pitchFamily="34" charset="0"/>
              <a:buNone/>
            </a:pPr>
            <a:endParaRPr lang="de-DE" dirty="0"/>
          </a:p>
          <a:p>
            <a:pPr marL="306000" lvl="1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114FAEB-D1CB-4C03-A3C9-157780D62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206" y="2898413"/>
            <a:ext cx="2993934" cy="143086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985500E-8071-4D43-A955-F1C4FA80F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961" y="2898413"/>
            <a:ext cx="3335680" cy="143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5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Automatização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510CC1C-61A2-42DD-8D7A-14212126D87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18</a:t>
            </a:fld>
            <a:endParaRPr lang="de-DE" altLang="sr-Latn-R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EFBC4995-9974-434C-8A15-FF3C9AD3C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1387" y="4717239"/>
            <a:ext cx="4794931" cy="804157"/>
          </a:xfrm>
        </p:spPr>
        <p:txBody>
          <a:bodyPr/>
          <a:lstStyle/>
          <a:p>
            <a:pPr marL="282575" lvl="1" indent="-282575">
              <a:spcBef>
                <a:spcPts val="600"/>
              </a:spcBef>
              <a:spcAft>
                <a:spcPts val="1200"/>
              </a:spcAft>
            </a:pPr>
            <a:r>
              <a:rPr lang="pt-BR" altLang="sr-Latn-RS" sz="1200" dirty="0">
                <a:solidFill>
                  <a:schemeClr val="bg2"/>
                </a:solidFill>
              </a:rPr>
              <a:t>Etapa 2: Caso a substituição não for feita logo após a geração do manual, selecione o arquivo </a:t>
            </a:r>
            <a:r>
              <a:rPr lang="pt-BR" altLang="sr-Latn-RS" sz="1200" dirty="0" err="1">
                <a:solidFill>
                  <a:schemeClr val="bg2"/>
                </a:solidFill>
              </a:rPr>
              <a:t>word</a:t>
            </a:r>
            <a:r>
              <a:rPr lang="pt-BR" altLang="sr-Latn-RS" sz="1200" dirty="0">
                <a:solidFill>
                  <a:schemeClr val="bg2"/>
                </a:solidFill>
              </a:rPr>
              <a:t> que deseja extrair as imagens e espere a leitura e conclusão do macro.</a:t>
            </a:r>
          </a:p>
          <a:p>
            <a:pPr marL="0" lvl="1" indent="0">
              <a:buNone/>
            </a:pPr>
            <a:endParaRPr lang="pt-BR" altLang="sr-Latn-RS" sz="2000" dirty="0">
              <a:solidFill>
                <a:schemeClr val="bg2"/>
              </a:solidFill>
            </a:endParaRPr>
          </a:p>
          <a:p>
            <a:pPr marL="282575" lvl="1" indent="-282575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marL="306000" lvl="1" indent="0">
              <a:buNone/>
            </a:pPr>
            <a:endParaRPr lang="de-DE" dirty="0"/>
          </a:p>
          <a:p>
            <a:pPr marL="306000" lvl="1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504FB76-DFB2-480C-B502-D81BC6E8CA85}"/>
              </a:ext>
            </a:extLst>
          </p:cNvPr>
          <p:cNvSpPr/>
          <p:nvPr/>
        </p:nvSpPr>
        <p:spPr>
          <a:xfrm>
            <a:off x="702945" y="1854597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Substituir imagens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0A5165C-63DF-45E0-9D3B-F3974202C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195" y="2683810"/>
            <a:ext cx="2358917" cy="234236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1A2B95EB-D447-4FF2-8CB7-73E8057F17A5}"/>
              </a:ext>
            </a:extLst>
          </p:cNvPr>
          <p:cNvSpPr/>
          <p:nvPr/>
        </p:nvSpPr>
        <p:spPr>
          <a:xfrm>
            <a:off x="702945" y="5152065"/>
            <a:ext cx="38090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lvl="1" indent="-282575">
              <a:spcBef>
                <a:spcPts val="600"/>
              </a:spcBef>
              <a:spcAft>
                <a:spcPts val="1200"/>
              </a:spcAft>
              <a:buClr>
                <a:srgbClr val="9B9B9B"/>
              </a:buClr>
              <a:buFont typeface="Arial" panose="020B0604020202020204" pitchFamily="34" charset="0"/>
              <a:buChar char="•"/>
            </a:pPr>
            <a:r>
              <a:rPr lang="pt-BR" altLang="sr-Latn-RS" sz="1200" dirty="0">
                <a:solidFill>
                  <a:schemeClr val="bg2"/>
                </a:solidFill>
              </a:rPr>
              <a:t>Etapa 1: Na janela clique em extrair lista imagens.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D5EFC57-0932-4E5B-927C-F6EE51E05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374" y="1700491"/>
            <a:ext cx="4978956" cy="286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67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Automatização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510CC1C-61A2-42DD-8D7A-14212126D87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19</a:t>
            </a:fld>
            <a:endParaRPr lang="de-DE" altLang="sr-Latn-R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504FB76-DFB2-480C-B502-D81BC6E8CA85}"/>
              </a:ext>
            </a:extLst>
          </p:cNvPr>
          <p:cNvSpPr/>
          <p:nvPr/>
        </p:nvSpPr>
        <p:spPr>
          <a:xfrm>
            <a:off x="698500" y="1852031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Substituir imagens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3B207E4B-1BEA-4F07-BB35-B4668FB75CCB}"/>
              </a:ext>
            </a:extLst>
          </p:cNvPr>
          <p:cNvSpPr txBox="1">
            <a:spLocks/>
          </p:cNvSpPr>
          <p:nvPr/>
        </p:nvSpPr>
        <p:spPr>
          <a:xfrm>
            <a:off x="1299161" y="4847963"/>
            <a:ext cx="5206141" cy="10495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2575" indent="-282575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20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1pPr>
            <a:lvl2pPr marL="590400" indent="-2844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800" kern="1200" dirty="0">
                <a:solidFill>
                  <a:schemeClr val="accent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2pPr>
            <a:lvl3pPr marL="873125" indent="-284163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en-US" altLang="sr-Latn-RS" sz="1600" kern="1200" dirty="0">
                <a:solidFill>
                  <a:schemeClr val="accent4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3pPr>
            <a:lvl4pPr marL="1104900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defRPr lang="de-DE" altLang="sr-Latn-RS" sz="14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4pPr>
            <a:lvl5pPr marL="1341438" indent="-457200" algn="l" defTabSz="457200" rtl="0" eaLnBrk="1" fontAlgn="base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accent4"/>
              </a:buClr>
              <a:buSzPct val="120000"/>
              <a:buFont typeface="Arial" panose="020B0604020202020204" pitchFamily="34" charset="0"/>
              <a:buChar char="•"/>
              <a:tabLst/>
              <a:defRPr lang="de-DE" altLang="sr-Latn-RS" sz="1200" kern="1200" dirty="0">
                <a:solidFill>
                  <a:schemeClr val="bg2"/>
                </a:solidFill>
                <a:latin typeface="Humnst777 BT" panose="020B0603030504020204" pitchFamily="34" charset="0"/>
                <a:ea typeface="ＭＳ Ｐゴシック" pitchFamily="7" charset="-128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2575" lvl="1" indent="-282575">
              <a:spcBef>
                <a:spcPts val="600"/>
              </a:spcBef>
              <a:spcAft>
                <a:spcPts val="1200"/>
              </a:spcAft>
            </a:pPr>
            <a:r>
              <a:rPr lang="pt-BR" sz="1200" dirty="0">
                <a:solidFill>
                  <a:schemeClr val="bg2"/>
                </a:solidFill>
              </a:rPr>
              <a:t>Etapa 3: Uma nova planilha será aberta, em sua segunda coluna deve ser inserido o caminho completo (com nome e formato) do arquivo que irá ser usado. </a:t>
            </a:r>
            <a:br>
              <a:rPr lang="pt-BR" sz="1200" dirty="0">
                <a:solidFill>
                  <a:schemeClr val="bg2"/>
                </a:solidFill>
              </a:rPr>
            </a:br>
            <a:r>
              <a:rPr lang="pt-BR" sz="1200" dirty="0" err="1">
                <a:solidFill>
                  <a:schemeClr val="bg2"/>
                </a:solidFill>
              </a:rPr>
              <a:t>Ex</a:t>
            </a:r>
            <a:r>
              <a:rPr lang="pt-BR" sz="1200" dirty="0">
                <a:solidFill>
                  <a:schemeClr val="bg2"/>
                </a:solidFill>
              </a:rPr>
              <a:t>: V:\Abteilungen\SaoPaulo\PQK-M\Extern\Config_BA\Imagem.png</a:t>
            </a:r>
          </a:p>
          <a:p>
            <a:pPr marL="282575" lvl="1" indent="-282575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marL="306000" lvl="1" indent="0">
              <a:buFont typeface="Arial" panose="020B0604020202020204" pitchFamily="34" charset="0"/>
              <a:buNone/>
            </a:pPr>
            <a:endParaRPr lang="de-DE" dirty="0"/>
          </a:p>
          <a:p>
            <a:pPr marL="306000" lvl="1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7F3C9AC-FA6C-4044-BDBF-03285E2B7F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8778"/>
          <a:stretch/>
        </p:blipFill>
        <p:spPr>
          <a:xfrm>
            <a:off x="769735" y="2782754"/>
            <a:ext cx="6296904" cy="176319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5B9246A-5523-4A7B-9A71-880C5B3D8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722" y="2529082"/>
            <a:ext cx="2291400" cy="2367218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719ACB6B-4420-46EC-A933-EA605F7C3449}"/>
              </a:ext>
            </a:extLst>
          </p:cNvPr>
          <p:cNvSpPr/>
          <p:nvPr/>
        </p:nvSpPr>
        <p:spPr>
          <a:xfrm>
            <a:off x="7782361" y="5027370"/>
            <a:ext cx="3434532" cy="889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2575" lvl="1" indent="-282575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Clr>
                <a:srgbClr val="9B9B9B"/>
              </a:buClr>
              <a:buFont typeface="Arial" panose="020B0604020202020204" pitchFamily="34" charset="0"/>
              <a:buChar char="•"/>
            </a:pPr>
            <a:r>
              <a:rPr lang="pt-BR" altLang="sr-Latn-RS" sz="1200" dirty="0">
                <a:solidFill>
                  <a:schemeClr val="bg2"/>
                </a:solidFill>
              </a:rPr>
              <a:t>Etapa 4: Clique em substituir imagens. Caso a janela estiver fechada, apenas abra novamente pelo botão na aba “Gerador”.</a:t>
            </a:r>
          </a:p>
        </p:txBody>
      </p:sp>
    </p:spTree>
    <p:extLst>
      <p:ext uri="{BB962C8B-B14F-4D97-AF65-F5344CB8AC3E}">
        <p14:creationId xmlns:p14="http://schemas.microsoft.com/office/powerpoint/2010/main" val="3518920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C849960-5B3E-4C2C-9B0E-445BE3661D0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20</a:t>
            </a:fld>
            <a:endParaRPr lang="de-DE" altLang="sr-Latn-R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99162920-4C2A-45B8-9E0C-7BB659E2CA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8500" y="1485265"/>
            <a:ext cx="10798175" cy="369332"/>
          </a:xfrm>
        </p:spPr>
        <p:txBody>
          <a:bodyPr/>
          <a:lstStyle/>
          <a:p>
            <a:r>
              <a:rPr lang="pt-BR" dirty="0"/>
              <a:t>Automatização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A3ABB00-644B-4442-BA7C-5FC62AD358DD}"/>
              </a:ext>
            </a:extLst>
          </p:cNvPr>
          <p:cNvSpPr/>
          <p:nvPr/>
        </p:nvSpPr>
        <p:spPr>
          <a:xfrm>
            <a:off x="702945" y="1854709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Substituir imagens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07C0AC5F-DAAC-403C-B824-5EDE6D9CF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368" y="2544321"/>
            <a:ext cx="5166631" cy="3316889"/>
          </a:xfrm>
        </p:spPr>
        <p:txBody>
          <a:bodyPr/>
          <a:lstStyle/>
          <a:p>
            <a:pPr marL="0" indent="0" algn="just">
              <a:buNone/>
            </a:pPr>
            <a:r>
              <a:rPr lang="pt-BR" altLang="sr-Latn-RS" sz="1600" dirty="0"/>
              <a:t>Certos conteúdos apresentam uma tabela específica de componentes, a imagem que a ser inserida deve respeitar a numeração na indicação dos componentes.</a:t>
            </a:r>
          </a:p>
          <a:p>
            <a:pPr marL="0" indent="0" algn="just">
              <a:buNone/>
            </a:pPr>
            <a:endParaRPr lang="pt-BR" altLang="sr-Latn-RS" sz="1600" dirty="0"/>
          </a:p>
          <a:p>
            <a:pPr marL="0" indent="0" algn="just">
              <a:buNone/>
            </a:pPr>
            <a:r>
              <a:rPr lang="pt-BR" altLang="sr-Latn-RS" sz="1600" dirty="0"/>
              <a:t>Caso necessário a tabela pode ser editada para se adequar à imagem.</a:t>
            </a:r>
            <a:endParaRPr lang="de-DE" altLang="sr-Latn-RS" sz="1600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AD703F8C-C2FC-4945-946E-F26BED0DE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465" y="1854597"/>
            <a:ext cx="3657166" cy="3434168"/>
          </a:xfrm>
          <a:prstGeom prst="rect">
            <a:avLst/>
          </a:prstGeom>
        </p:spPr>
      </p:pic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4B005011-CE23-46E8-9C2F-4343DC54C2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82129" y="5463654"/>
            <a:ext cx="3444658" cy="403350"/>
          </a:xfrm>
        </p:spPr>
        <p:txBody>
          <a:bodyPr/>
          <a:lstStyle/>
          <a:p>
            <a:pPr algn="ctr"/>
            <a:r>
              <a:rPr lang="pt-BR" sz="1400" dirty="0">
                <a:solidFill>
                  <a:srgbClr val="6E89A7"/>
                </a:solidFill>
              </a:rPr>
              <a:t>Exemplo de ligação imagem - tabela</a:t>
            </a:r>
            <a:endParaRPr lang="de-DE" sz="1400" dirty="0">
              <a:solidFill>
                <a:srgbClr val="6E89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69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Automatização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510CC1C-61A2-42DD-8D7A-14212126D87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21</a:t>
            </a:fld>
            <a:endParaRPr lang="de-DE" altLang="sr-Latn-R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4CD718B-CA3D-4EDF-885C-1B57693B4FF1}"/>
              </a:ext>
            </a:extLst>
          </p:cNvPr>
          <p:cNvSpPr/>
          <p:nvPr/>
        </p:nvSpPr>
        <p:spPr>
          <a:xfrm>
            <a:off x="702945" y="1854709"/>
            <a:ext cx="2121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Substituir tabelas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6A0D8BD8-8126-442F-858A-B48D72B28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4" y="2554850"/>
            <a:ext cx="10546091" cy="2591915"/>
          </a:xfrm>
        </p:spPr>
        <p:txBody>
          <a:bodyPr/>
          <a:lstStyle/>
          <a:p>
            <a:pPr algn="just"/>
            <a:r>
              <a:rPr lang="pt-BR" altLang="sr-Latn-RS" sz="1600" dirty="0"/>
              <a:t>As Tabelas preenchidas na planilha serão adicionadas automaticamente na posição adequada dentro do manual de instruções.</a:t>
            </a:r>
          </a:p>
          <a:p>
            <a:pPr marL="0" indent="0" algn="just">
              <a:buNone/>
            </a:pPr>
            <a:endParaRPr lang="pt-BR" altLang="sr-Latn-RS" sz="400" dirty="0"/>
          </a:p>
          <a:p>
            <a:pPr algn="just"/>
            <a:r>
              <a:rPr lang="pt-BR" altLang="sr-Latn-RS" sz="1600" dirty="0"/>
              <a:t>Em certos casos é necessária a mudança de algumas tabelas relacionadas ao conteúdo. </a:t>
            </a:r>
            <a:br>
              <a:rPr lang="pt-BR" altLang="sr-Latn-RS" sz="1600" dirty="0"/>
            </a:br>
            <a:r>
              <a:rPr lang="pt-BR" altLang="sr-Latn-RS" sz="1600" dirty="0"/>
              <a:t>O botão “Substituir tabelas” pode ser usado nesse caso, seguindo os mesmos passos referente à substituição de imagens (o arquivo deverá ser .</a:t>
            </a:r>
            <a:r>
              <a:rPr lang="pt-BR" altLang="sr-Latn-RS" sz="1600" dirty="0" err="1"/>
              <a:t>docx</a:t>
            </a:r>
            <a:r>
              <a:rPr lang="pt-BR" altLang="sr-Latn-RS" sz="1600" dirty="0"/>
              <a:t>, respeitando a formatação da tabela a ser substituída). </a:t>
            </a:r>
            <a:br>
              <a:rPr lang="pt-BR" altLang="sr-Latn-RS" sz="1600" dirty="0"/>
            </a:br>
            <a:r>
              <a:rPr lang="pt-BR" altLang="sr-Latn-RS" sz="1600" dirty="0"/>
              <a:t>Também pode ser feito manualmente ao revisar o conteúdo.</a:t>
            </a:r>
          </a:p>
          <a:p>
            <a:pPr marL="0" indent="0" algn="just">
              <a:buNone/>
            </a:pPr>
            <a:endParaRPr lang="de-DE" altLang="sr-Latn-RS" sz="1600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4353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510CC1C-61A2-42DD-8D7A-14212126D87D}" type="datetime1">
              <a:rPr lang="en-US" altLang="sr-Latn-RS" smtClean="0"/>
              <a:t>5/31/2022</a:t>
            </a:fld>
            <a:endParaRPr lang="de-DE" altLang="sr-Latn-R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altLang="sr-Latn-RS" dirty="0"/>
              <a:t>© </a:t>
            </a:r>
            <a:r>
              <a:rPr lang="pt-BR" altLang="sr-Latn-RS" dirty="0"/>
              <a:t>KHS Indústria de Máquinas Ltda | Engineering</a:t>
            </a:r>
            <a:endParaRPr lang="de-DE" altLang="sr-Latn-R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9BD258D-DF80-49E4-A597-35394D6B2730}" type="slidenum">
              <a:rPr lang="de-DE" altLang="sr-Latn-RS" smtClean="0"/>
              <a:pPr/>
              <a:t>22</a:t>
            </a:fld>
            <a:endParaRPr lang="de-DE" altLang="sr-Latn-R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Documentação Técnica - Planilhas para desenvolvimento de Manuais de Instruções (BA)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4CD718B-CA3D-4EDF-885C-1B57693B4FF1}"/>
              </a:ext>
            </a:extLst>
          </p:cNvPr>
          <p:cNvSpPr/>
          <p:nvPr/>
        </p:nvSpPr>
        <p:spPr>
          <a:xfrm>
            <a:off x="495587" y="1468769"/>
            <a:ext cx="11200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ATENÇÃO: TODO MANUAL FEITO ATRAVÉS DESSE MÉTODO DEVE SER DEVIDAMENTE REVISADO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6A0D8BD8-8126-442F-858A-B48D72B28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2" y="1934755"/>
            <a:ext cx="10546091" cy="4239622"/>
          </a:xfrm>
        </p:spPr>
        <p:txBody>
          <a:bodyPr/>
          <a:lstStyle/>
          <a:p>
            <a:pPr marL="0" indent="0" algn="just">
              <a:buNone/>
            </a:pPr>
            <a:r>
              <a:rPr lang="pt-BR" altLang="sr-Latn-RS" sz="1600" dirty="0"/>
              <a:t>Para a segurança de seus arquivos e do funcionamento do código, feche todas janelas do </a:t>
            </a:r>
            <a:r>
              <a:rPr lang="pt-BR" altLang="sr-Latn-RS" sz="1600" dirty="0" err="1"/>
              <a:t>word</a:t>
            </a:r>
            <a:r>
              <a:rPr lang="pt-BR" altLang="sr-Latn-RS" sz="1600" dirty="0"/>
              <a:t> abertas antes de sua execução.</a:t>
            </a:r>
          </a:p>
          <a:p>
            <a:pPr marL="0" indent="0" algn="just">
              <a:buNone/>
            </a:pPr>
            <a:endParaRPr lang="pt-BR" altLang="sr-Latn-RS" sz="600" dirty="0"/>
          </a:p>
          <a:p>
            <a:pPr marL="0" indent="0" algn="just">
              <a:buNone/>
            </a:pPr>
            <a:r>
              <a:rPr lang="pt-BR" altLang="sr-Latn-RS" sz="1600" dirty="0"/>
              <a:t>Em caso de dúvidas ou problemas com o procedimento, favor entrar em contanto.</a:t>
            </a:r>
          </a:p>
          <a:p>
            <a:pPr marL="0" indent="0" algn="just">
              <a:buNone/>
            </a:pPr>
            <a:endParaRPr lang="pt-BR" altLang="sr-Latn-RS" sz="600" dirty="0"/>
          </a:p>
          <a:p>
            <a:pPr marL="0" indent="0" algn="just">
              <a:buNone/>
            </a:pPr>
            <a:r>
              <a:rPr lang="de-DE" altLang="sr-Latn-RS" sz="1600" dirty="0" err="1"/>
              <a:t>No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caso</a:t>
            </a:r>
            <a:r>
              <a:rPr lang="de-DE" altLang="sr-Latn-RS" sz="1600" dirty="0"/>
              <a:t> de </a:t>
            </a:r>
            <a:r>
              <a:rPr lang="de-DE" altLang="sr-Latn-RS" sz="1600" dirty="0" err="1"/>
              <a:t>qualquer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erro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com</a:t>
            </a:r>
            <a:r>
              <a:rPr lang="de-DE" altLang="sr-Latn-RS" sz="1600" dirty="0"/>
              <a:t> o </a:t>
            </a:r>
            <a:r>
              <a:rPr lang="de-DE" altLang="sr-Latn-RS" sz="1600" dirty="0" err="1"/>
              <a:t>código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presente</a:t>
            </a:r>
            <a:r>
              <a:rPr lang="de-DE" altLang="sr-Latn-RS" sz="1600" dirty="0"/>
              <a:t>, </a:t>
            </a:r>
            <a:r>
              <a:rPr lang="de-DE" altLang="sr-Latn-RS" sz="1600" dirty="0" err="1"/>
              <a:t>uma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mensagem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aparecerá</a:t>
            </a:r>
            <a:r>
              <a:rPr lang="de-DE" altLang="sr-Latn-RS" sz="1600" dirty="0"/>
              <a:t> na </a:t>
            </a:r>
            <a:r>
              <a:rPr lang="de-DE" altLang="sr-Latn-RS" sz="1600" dirty="0" err="1"/>
              <a:t>barra</a:t>
            </a:r>
            <a:r>
              <a:rPr lang="de-DE" altLang="sr-Latn-RS" sz="1600" dirty="0"/>
              <a:t> inferior do </a:t>
            </a:r>
            <a:r>
              <a:rPr lang="de-DE" altLang="sr-Latn-RS" sz="1600" dirty="0" err="1"/>
              <a:t>excel</a:t>
            </a:r>
            <a:r>
              <a:rPr lang="de-DE" altLang="sr-Latn-RS" sz="1600" dirty="0"/>
              <a:t>, </a:t>
            </a:r>
            <a:r>
              <a:rPr lang="de-DE" altLang="sr-Latn-RS" sz="1600" dirty="0" err="1"/>
              <a:t>informar</a:t>
            </a:r>
            <a:r>
              <a:rPr lang="de-DE" altLang="sr-Latn-RS" sz="1600" dirty="0"/>
              <a:t> o </a:t>
            </a:r>
            <a:r>
              <a:rPr lang="de-DE" altLang="sr-Latn-RS" sz="1600" dirty="0" err="1"/>
              <a:t>mais</a:t>
            </a:r>
            <a:r>
              <a:rPr lang="de-DE" altLang="sr-Latn-RS" sz="1600" dirty="0"/>
              <a:t> breve </a:t>
            </a:r>
            <a:r>
              <a:rPr lang="de-DE" altLang="sr-Latn-RS" sz="1600" dirty="0" err="1"/>
              <a:t>possível</a:t>
            </a:r>
            <a:r>
              <a:rPr lang="de-DE" altLang="sr-Latn-RS" sz="1600" dirty="0"/>
              <a:t> sempre </a:t>
            </a:r>
            <a:r>
              <a:rPr lang="de-DE" altLang="sr-Latn-RS" sz="1600" dirty="0" err="1"/>
              <a:t>que</a:t>
            </a:r>
            <a:r>
              <a:rPr lang="de-DE" altLang="sr-Latn-RS" sz="1600" dirty="0"/>
              <a:t> o </a:t>
            </a:r>
            <a:r>
              <a:rPr lang="de-DE" altLang="sr-Latn-RS" sz="1600" dirty="0" err="1"/>
              <a:t>mesmo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ocorrer</a:t>
            </a:r>
            <a:r>
              <a:rPr lang="de-DE" altLang="sr-Latn-RS" sz="1600" dirty="0"/>
              <a:t>.</a:t>
            </a:r>
          </a:p>
          <a:p>
            <a:pPr marL="0" indent="0" algn="just">
              <a:buNone/>
            </a:pPr>
            <a:endParaRPr lang="de-DE" altLang="sr-Latn-RS" sz="600" dirty="0"/>
          </a:p>
          <a:p>
            <a:pPr marL="0" indent="0" algn="just">
              <a:buNone/>
            </a:pPr>
            <a:r>
              <a:rPr lang="de-DE" altLang="sr-Latn-RS" sz="1600" dirty="0"/>
              <a:t>O </a:t>
            </a:r>
            <a:r>
              <a:rPr lang="de-DE" altLang="sr-Latn-RS" sz="1600" dirty="0" err="1"/>
              <a:t>conteúdo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presente</a:t>
            </a:r>
            <a:r>
              <a:rPr lang="de-DE" altLang="sr-Latn-RS" sz="1600" dirty="0"/>
              <a:t> na </a:t>
            </a:r>
            <a:r>
              <a:rPr lang="de-DE" altLang="sr-Latn-RS" sz="1600" dirty="0" err="1"/>
              <a:t>planilha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está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aberto</a:t>
            </a:r>
            <a:r>
              <a:rPr lang="de-DE" altLang="sr-Latn-RS" sz="1600" dirty="0"/>
              <a:t> a </a:t>
            </a:r>
            <a:r>
              <a:rPr lang="de-DE" altLang="sr-Latn-RS" sz="1600" dirty="0" err="1"/>
              <a:t>mudança</a:t>
            </a:r>
            <a:r>
              <a:rPr lang="de-DE" altLang="sr-Latn-RS" sz="1600" dirty="0"/>
              <a:t> e </a:t>
            </a:r>
            <a:r>
              <a:rPr lang="de-DE" altLang="sr-Latn-RS" sz="1600" dirty="0" err="1"/>
              <a:t>qualquer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sugestão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pode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ser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apresentada</a:t>
            </a:r>
            <a:r>
              <a:rPr lang="de-DE" altLang="sr-Latn-RS" sz="1600" dirty="0"/>
              <a:t>.</a:t>
            </a:r>
          </a:p>
          <a:p>
            <a:pPr marL="0" indent="0" algn="just">
              <a:buNone/>
            </a:pPr>
            <a:endParaRPr lang="de-DE" altLang="sr-Latn-RS" sz="600" dirty="0"/>
          </a:p>
          <a:p>
            <a:pPr marL="0" indent="0" algn="just">
              <a:buNone/>
            </a:pPr>
            <a:r>
              <a:rPr lang="de-DE" altLang="sr-Latn-RS" sz="1600" dirty="0"/>
              <a:t>A </a:t>
            </a:r>
            <a:r>
              <a:rPr lang="de-DE" altLang="sr-Latn-RS" sz="1600" dirty="0" err="1"/>
              <a:t>estrutura</a:t>
            </a:r>
            <a:r>
              <a:rPr lang="de-DE" altLang="sr-Latn-RS" sz="1600" dirty="0"/>
              <a:t> das </a:t>
            </a:r>
            <a:r>
              <a:rPr lang="de-DE" altLang="sr-Latn-RS" sz="1600" dirty="0" err="1"/>
              <a:t>planilhas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está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bloqueadas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pela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segurança</a:t>
            </a:r>
            <a:r>
              <a:rPr lang="de-DE" altLang="sr-Latn-RS" sz="1600" dirty="0"/>
              <a:t> do </a:t>
            </a:r>
            <a:r>
              <a:rPr lang="de-DE" altLang="sr-Latn-RS" sz="1600" dirty="0" err="1"/>
              <a:t>código</a:t>
            </a:r>
            <a:r>
              <a:rPr lang="de-DE" altLang="sr-Latn-RS" sz="1600" dirty="0"/>
              <a:t> e </a:t>
            </a:r>
            <a:r>
              <a:rPr lang="de-DE" altLang="sr-Latn-RS" sz="1600" dirty="0" err="1"/>
              <a:t>não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deve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ser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alterada</a:t>
            </a:r>
            <a:r>
              <a:rPr lang="de-DE" altLang="sr-Latn-RS" sz="1600" dirty="0"/>
              <a:t>. </a:t>
            </a:r>
            <a:r>
              <a:rPr lang="de-DE" altLang="sr-Latn-RS" sz="1600" dirty="0" err="1"/>
              <a:t>Caso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necessidade</a:t>
            </a:r>
            <a:r>
              <a:rPr lang="de-DE" altLang="sr-Latn-RS" sz="1600" dirty="0"/>
              <a:t>, entre </a:t>
            </a:r>
            <a:r>
              <a:rPr lang="de-DE" altLang="sr-Latn-RS" sz="1600" dirty="0" err="1"/>
              <a:t>em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contato</a:t>
            </a:r>
            <a:r>
              <a:rPr lang="de-DE" altLang="sr-Latn-RS" sz="1600" dirty="0"/>
              <a:t> </a:t>
            </a:r>
            <a:r>
              <a:rPr lang="de-DE" altLang="sr-Latn-RS" sz="1600" dirty="0" err="1"/>
              <a:t>com</a:t>
            </a:r>
            <a:r>
              <a:rPr lang="de-DE" altLang="sr-Latn-RS" sz="1600" dirty="0"/>
              <a:t> o </a:t>
            </a:r>
            <a:r>
              <a:rPr lang="de-DE" altLang="sr-Latn-RS" sz="1600" dirty="0" err="1"/>
              <a:t>responsável</a:t>
            </a:r>
            <a:r>
              <a:rPr lang="de-DE" altLang="sr-Latn-RS" sz="1600" dirty="0"/>
              <a:t>.</a:t>
            </a:r>
          </a:p>
          <a:p>
            <a:pPr marL="0" indent="0" algn="just">
              <a:buNone/>
            </a:pPr>
            <a:endParaRPr lang="de-DE" altLang="sr-Latn-RS" sz="600" dirty="0"/>
          </a:p>
          <a:p>
            <a:pPr marL="0" indent="0" algn="ctr">
              <a:buNone/>
            </a:pPr>
            <a:r>
              <a:rPr lang="de-DE" altLang="sr-Latn-RS" sz="1600" b="1" dirty="0">
                <a:solidFill>
                  <a:srgbClr val="FF0000"/>
                </a:solidFill>
              </a:rPr>
              <a:t>NUNCA ALTERE O CÓDIGO POR CONTA PRÓPRIA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812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083753" y="1887520"/>
            <a:ext cx="5307647" cy="1218795"/>
          </a:xfrm>
        </p:spPr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attention</a:t>
            </a:r>
            <a:r>
              <a:rPr lang="de-DE" dirty="0"/>
              <a:t>!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083753" y="4747578"/>
            <a:ext cx="3796347" cy="246221"/>
          </a:xfrm>
        </p:spPr>
        <p:txBody>
          <a:bodyPr/>
          <a:lstStyle/>
          <a:p>
            <a:r>
              <a:rPr lang="de-DE" dirty="0"/>
              <a:t>Matheus.krystalas@khs.com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06/05/2022– São Paulo - SP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2083753" y="3920363"/>
            <a:ext cx="3796347" cy="246221"/>
          </a:xfrm>
        </p:spPr>
        <p:txBody>
          <a:bodyPr/>
          <a:lstStyle/>
          <a:p>
            <a:r>
              <a:rPr lang="en-US" dirty="0"/>
              <a:t>Engineering Department</a:t>
            </a:r>
          </a:p>
        </p:txBody>
      </p:sp>
    </p:spTree>
    <p:extLst>
      <p:ext uri="{BB962C8B-B14F-4D97-AF65-F5344CB8AC3E}">
        <p14:creationId xmlns:p14="http://schemas.microsoft.com/office/powerpoint/2010/main" val="217981123"/>
      </p:ext>
    </p:extLst>
  </p:cSld>
  <p:clrMapOvr>
    <a:masterClrMapping/>
  </p:clrMapOvr>
</p:sld>
</file>

<file path=ppt/theme/theme1.xml><?xml version="1.0" encoding="utf-8"?>
<a:theme xmlns:a="http://schemas.openxmlformats.org/drawingml/2006/main" name="KHS-Master 2018 - 16x9">
  <a:themeElements>
    <a:clrScheme name="KHS2">
      <a:dk1>
        <a:srgbClr val="000000"/>
      </a:dk1>
      <a:lt1>
        <a:srgbClr val="F0F0F0"/>
      </a:lt1>
      <a:dk2>
        <a:srgbClr val="009EE3"/>
      </a:dk2>
      <a:lt2>
        <a:srgbClr val="54585A"/>
      </a:lt2>
      <a:accent1>
        <a:srgbClr val="4DBBEB"/>
      </a:accent1>
      <a:accent2>
        <a:srgbClr val="76797B"/>
      </a:accent2>
      <a:accent3>
        <a:srgbClr val="E8414F"/>
      </a:accent3>
      <a:accent4>
        <a:srgbClr val="989B9C"/>
      </a:accent4>
      <a:accent5>
        <a:srgbClr val="6E89A7"/>
      </a:accent5>
      <a:accent6>
        <a:srgbClr val="0D3B6D"/>
      </a:accent6>
      <a:hlink>
        <a:srgbClr val="929294"/>
      </a:hlink>
      <a:folHlink>
        <a:srgbClr val="929294"/>
      </a:folHlink>
    </a:clrScheme>
    <a:fontScheme name="Humanist 777">
      <a:majorFont>
        <a:latin typeface="Humnst777 Lt BT"/>
        <a:ea typeface=""/>
        <a:cs typeface=""/>
      </a:majorFont>
      <a:minorFont>
        <a:latin typeface="Humnst777 B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2000" dirty="0" err="1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>
              <a:lumMod val="60000"/>
              <a:lumOff val="40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smtClean="0">
            <a:solidFill>
              <a:schemeClr val="bg2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HS-Master202016x9__EN.pptx" id="{91032BD1-EBFC-4388-BF06-50388B41C718}" vid="{2A101177-7608-4091-80BE-A92837C6B1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KHS-Master202016x9__EN</Template>
  <TotalTime>0</TotalTime>
  <Words>1697</Words>
  <Application>Microsoft Office PowerPoint</Application>
  <PresentationFormat>Widescreen</PresentationFormat>
  <Paragraphs>303</Paragraphs>
  <Slides>23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Humnst777 BT</vt:lpstr>
      <vt:lpstr>Humnst777 Lt BT</vt:lpstr>
      <vt:lpstr>KHS-Master 2018 - 16x9</vt:lpstr>
      <vt:lpstr>Documentação Técnica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Documentação Técnica - Planilhas para desenvolvimento de Manuais de Instruções (BA)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Documentação Técnica</dc:title>
  <dc:creator>Alves, Thiago</dc:creator>
  <cp:lastModifiedBy>Krystalas, Matheus</cp:lastModifiedBy>
  <cp:revision>256</cp:revision>
  <dcterms:created xsi:type="dcterms:W3CDTF">2020-08-07T14:56:59Z</dcterms:created>
  <dcterms:modified xsi:type="dcterms:W3CDTF">2022-05-31T17:14:46Z</dcterms:modified>
</cp:coreProperties>
</file>