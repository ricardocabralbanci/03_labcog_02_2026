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B975BC-385B-4B37-AD54-00665A7F78AA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EE1CE13-F5A6-48F6-9455-C84FD7878E7D}">
      <dgm:prSet phldrT="[Texto]"/>
      <dgm:spPr>
        <a:solidFill>
          <a:srgbClr val="FF0000"/>
        </a:solidFill>
      </dgm:spPr>
      <dgm:t>
        <a:bodyPr/>
        <a:lstStyle/>
        <a:p>
          <a:r>
            <a: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XX</a:t>
          </a:r>
        </a:p>
      </dgm:t>
    </dgm:pt>
    <dgm:pt modelId="{090EFB9A-CA77-4CA8-89D3-45122E3E35F9}" type="parTrans" cxnId="{5F8AFEFD-92C9-47E9-A063-5698F232CA7E}">
      <dgm:prSet/>
      <dgm:spPr/>
      <dgm:t>
        <a:bodyPr/>
        <a:lstStyle/>
        <a:p>
          <a:endParaRPr lang="pt-BR"/>
        </a:p>
      </dgm:t>
    </dgm:pt>
    <dgm:pt modelId="{3EEF5866-7473-437E-BE37-0674987CAACE}" type="sibTrans" cxnId="{5F8AFEFD-92C9-47E9-A063-5698F232CA7E}">
      <dgm:prSet/>
      <dgm:spPr/>
      <dgm:t>
        <a:bodyPr/>
        <a:lstStyle/>
        <a:p>
          <a:endParaRPr lang="pt-BR"/>
        </a:p>
      </dgm:t>
    </dgm:pt>
    <dgm:pt modelId="{50034D69-11B9-4768-AA68-E9F3A4959EA1}">
      <dgm:prSet phldrT="[Texto]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pt-BR" dirty="0"/>
            <a:t>DIGITOS 1 e 2: Identificação de idioma</a:t>
          </a:r>
        </a:p>
      </dgm:t>
    </dgm:pt>
    <dgm:pt modelId="{23A68B30-12CC-4609-8021-9F799BDA8B9F}" type="parTrans" cxnId="{A1C1B2E7-EAD5-4991-B198-B6479A452235}">
      <dgm:prSet/>
      <dgm:spPr/>
      <dgm:t>
        <a:bodyPr/>
        <a:lstStyle/>
        <a:p>
          <a:endParaRPr lang="pt-BR"/>
        </a:p>
      </dgm:t>
    </dgm:pt>
    <dgm:pt modelId="{A0186D98-61CA-49C6-A4E2-528DFC8366DA}" type="sibTrans" cxnId="{A1C1B2E7-EAD5-4991-B198-B6479A452235}">
      <dgm:prSet/>
      <dgm:spPr/>
      <dgm:t>
        <a:bodyPr/>
        <a:lstStyle/>
        <a:p>
          <a:endParaRPr lang="pt-BR"/>
        </a:p>
      </dgm:t>
    </dgm:pt>
    <dgm:pt modelId="{F784FF4E-FE16-4D2A-B84A-15CEF33DCD2C}">
      <dgm:prSet phldrT="[Texto]"/>
      <dgm:spPr>
        <a:solidFill>
          <a:srgbClr val="FFC000"/>
        </a:solidFill>
      </dgm:spPr>
      <dgm:t>
        <a:bodyPr/>
        <a:lstStyle/>
        <a:p>
          <a:r>
            <a: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CX</a:t>
          </a:r>
        </a:p>
      </dgm:t>
    </dgm:pt>
    <dgm:pt modelId="{B58C0D1F-3337-408F-A355-00C78018F829}" type="parTrans" cxnId="{B474A2BC-D04B-4EC7-83FA-351C474D11C1}">
      <dgm:prSet/>
      <dgm:spPr/>
      <dgm:t>
        <a:bodyPr/>
        <a:lstStyle/>
        <a:p>
          <a:endParaRPr lang="pt-BR"/>
        </a:p>
      </dgm:t>
    </dgm:pt>
    <dgm:pt modelId="{A96B661A-1B3C-413A-A4CF-F7FE8F4EBC13}" type="sibTrans" cxnId="{B474A2BC-D04B-4EC7-83FA-351C474D11C1}">
      <dgm:prSet/>
      <dgm:spPr/>
      <dgm:t>
        <a:bodyPr/>
        <a:lstStyle/>
        <a:p>
          <a:endParaRPr lang="pt-BR"/>
        </a:p>
      </dgm:t>
    </dgm:pt>
    <dgm:pt modelId="{7E714EBD-224A-4DBE-8E48-0AAC35774898}">
      <dgm:prSet phldrT="[Texto]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pt-BR" dirty="0"/>
            <a:t>DIGITOS 3 e 4: IDENTFICAÇÃO DE CAPITULO</a:t>
          </a:r>
        </a:p>
      </dgm:t>
    </dgm:pt>
    <dgm:pt modelId="{D495F43B-2481-4CEA-9F83-FF73A0EAEA7A}" type="parTrans" cxnId="{0C08AABF-697D-40B3-BE1A-F78CD13BC53D}">
      <dgm:prSet/>
      <dgm:spPr/>
      <dgm:t>
        <a:bodyPr/>
        <a:lstStyle/>
        <a:p>
          <a:endParaRPr lang="pt-BR"/>
        </a:p>
      </dgm:t>
    </dgm:pt>
    <dgm:pt modelId="{0DA62031-901F-4262-82FB-FBAE70322196}" type="sibTrans" cxnId="{0C08AABF-697D-40B3-BE1A-F78CD13BC53D}">
      <dgm:prSet/>
      <dgm:spPr/>
      <dgm:t>
        <a:bodyPr/>
        <a:lstStyle/>
        <a:p>
          <a:endParaRPr lang="pt-BR"/>
        </a:p>
      </dgm:t>
    </dgm:pt>
    <dgm:pt modelId="{4B839418-71E0-4CD5-BD1D-2E0351105ED6}">
      <dgm:prSet/>
      <dgm:spPr>
        <a:solidFill>
          <a:srgbClr val="00B050"/>
        </a:solidFill>
      </dgm:spPr>
      <dgm:t>
        <a:bodyPr/>
        <a:lstStyle/>
        <a:p>
          <a:r>
            <a: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PX</a:t>
          </a:r>
        </a:p>
      </dgm:t>
    </dgm:pt>
    <dgm:pt modelId="{FCD41DB9-0BAA-4507-8BD2-93A5F8B75AF3}" type="parTrans" cxnId="{E406390F-3D75-4F8F-A7A7-94F1C937B185}">
      <dgm:prSet/>
      <dgm:spPr/>
      <dgm:t>
        <a:bodyPr/>
        <a:lstStyle/>
        <a:p>
          <a:endParaRPr lang="pt-BR"/>
        </a:p>
      </dgm:t>
    </dgm:pt>
    <dgm:pt modelId="{BB1EFACD-36FA-4E30-A8E9-0E7558A6663B}" type="sibTrans" cxnId="{E406390F-3D75-4F8F-A7A7-94F1C937B185}">
      <dgm:prSet/>
      <dgm:spPr/>
      <dgm:t>
        <a:bodyPr/>
        <a:lstStyle/>
        <a:p>
          <a:endParaRPr lang="pt-BR"/>
        </a:p>
      </dgm:t>
    </dgm:pt>
    <dgm:pt modelId="{405A7E14-088C-41F9-AB9D-ACAF16360949}">
      <dgm:prSet/>
      <dgm:spPr/>
      <dgm:t>
        <a:bodyPr/>
        <a:lstStyle/>
        <a:p>
          <a:r>
            <a: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SXXX</a:t>
          </a:r>
        </a:p>
      </dgm:t>
    </dgm:pt>
    <dgm:pt modelId="{E64025D8-6972-44A9-BD24-1C1DD591917A}" type="parTrans" cxnId="{3D9DE0FE-68A7-417A-97FD-7CD01F8B03ED}">
      <dgm:prSet/>
      <dgm:spPr/>
      <dgm:t>
        <a:bodyPr/>
        <a:lstStyle/>
        <a:p>
          <a:endParaRPr lang="pt-BR"/>
        </a:p>
      </dgm:t>
    </dgm:pt>
    <dgm:pt modelId="{05523ABA-6A51-44E8-A38D-AA218CB55164}" type="sibTrans" cxnId="{3D9DE0FE-68A7-417A-97FD-7CD01F8B03ED}">
      <dgm:prSet/>
      <dgm:spPr/>
      <dgm:t>
        <a:bodyPr/>
        <a:lstStyle/>
        <a:p>
          <a:endParaRPr lang="pt-BR"/>
        </a:p>
      </dgm:t>
    </dgm:pt>
    <dgm:pt modelId="{62FFBCEC-DDC0-40A8-A5D1-2A69BA47F76C}">
      <dgm:prSet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pt-BR" dirty="0"/>
            <a:t>DIGITOS 4 e 5: IDENTIFICAÇÃO DE PARTE DO CAPITULO</a:t>
          </a:r>
        </a:p>
      </dgm:t>
    </dgm:pt>
    <dgm:pt modelId="{67A48442-75CA-416E-90B3-8A84ABE92DDF}" type="parTrans" cxnId="{281A17C6-ADA5-4829-B2B8-3929632C4BC9}">
      <dgm:prSet/>
      <dgm:spPr/>
      <dgm:t>
        <a:bodyPr/>
        <a:lstStyle/>
        <a:p>
          <a:endParaRPr lang="pt-BR"/>
        </a:p>
      </dgm:t>
    </dgm:pt>
    <dgm:pt modelId="{862957FA-9104-4C61-A384-8E43519175C2}" type="sibTrans" cxnId="{281A17C6-ADA5-4829-B2B8-3929632C4BC9}">
      <dgm:prSet/>
      <dgm:spPr/>
      <dgm:t>
        <a:bodyPr/>
        <a:lstStyle/>
        <a:p>
          <a:endParaRPr lang="pt-BR"/>
        </a:p>
      </dgm:t>
    </dgm:pt>
    <dgm:pt modelId="{2D995EDF-6C42-460B-94FF-A0AFF8553930}">
      <dgm:prSet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pt-BR" dirty="0"/>
            <a:t>DIGITOS 7, 8, 9 E 10: IDENTIFICAÇÃO DE TIPO DE CAPITULO</a:t>
          </a:r>
        </a:p>
      </dgm:t>
    </dgm:pt>
    <dgm:pt modelId="{BF77A8A6-5C30-412A-A13B-FF349CD791B6}" type="parTrans" cxnId="{B5070A2A-8EDA-4A39-A075-92ACB0E19873}">
      <dgm:prSet/>
      <dgm:spPr/>
      <dgm:t>
        <a:bodyPr/>
        <a:lstStyle/>
        <a:p>
          <a:endParaRPr lang="pt-BR"/>
        </a:p>
      </dgm:t>
    </dgm:pt>
    <dgm:pt modelId="{3B648272-D4B4-4EDE-B5DE-826BFC97C59E}" type="sibTrans" cxnId="{B5070A2A-8EDA-4A39-A075-92ACB0E19873}">
      <dgm:prSet/>
      <dgm:spPr/>
      <dgm:t>
        <a:bodyPr/>
        <a:lstStyle/>
        <a:p>
          <a:endParaRPr lang="pt-BR"/>
        </a:p>
      </dgm:t>
    </dgm:pt>
    <dgm:pt modelId="{A1C82244-A0A5-4437-AD53-7AEC78B7343B}" type="pres">
      <dgm:prSet presAssocID="{2EB975BC-385B-4B37-AD54-00665A7F78AA}" presName="list" presStyleCnt="0">
        <dgm:presLayoutVars>
          <dgm:dir/>
          <dgm:animLvl val="lvl"/>
        </dgm:presLayoutVars>
      </dgm:prSet>
      <dgm:spPr/>
    </dgm:pt>
    <dgm:pt modelId="{333F34CC-F57E-4158-B6B5-CAC5AAD13FB4}" type="pres">
      <dgm:prSet presAssocID="{9EE1CE13-F5A6-48F6-9455-C84FD7878E7D}" presName="posSpace" presStyleCnt="0"/>
      <dgm:spPr/>
    </dgm:pt>
    <dgm:pt modelId="{B854F003-9B9E-42E2-8F62-24E9B9CB1436}" type="pres">
      <dgm:prSet presAssocID="{9EE1CE13-F5A6-48F6-9455-C84FD7878E7D}" presName="vertFlow" presStyleCnt="0"/>
      <dgm:spPr/>
    </dgm:pt>
    <dgm:pt modelId="{C8102E06-967E-4988-80F7-D0F1A909ED29}" type="pres">
      <dgm:prSet presAssocID="{9EE1CE13-F5A6-48F6-9455-C84FD7878E7D}" presName="topSpace" presStyleCnt="0"/>
      <dgm:spPr/>
    </dgm:pt>
    <dgm:pt modelId="{5E2A0F8E-9A3B-4791-B101-ADCE9382320F}" type="pres">
      <dgm:prSet presAssocID="{9EE1CE13-F5A6-48F6-9455-C84FD7878E7D}" presName="firstComp" presStyleCnt="0"/>
      <dgm:spPr/>
    </dgm:pt>
    <dgm:pt modelId="{CCFE8BCC-14BC-4153-97FB-CA0EA26EDBCF}" type="pres">
      <dgm:prSet presAssocID="{9EE1CE13-F5A6-48F6-9455-C84FD7878E7D}" presName="firstChild" presStyleLbl="bgAccFollowNode1" presStyleIdx="0" presStyleCnt="4"/>
      <dgm:spPr/>
    </dgm:pt>
    <dgm:pt modelId="{BAC421AB-9B28-474B-8522-4051CAC08177}" type="pres">
      <dgm:prSet presAssocID="{9EE1CE13-F5A6-48F6-9455-C84FD7878E7D}" presName="firstChildTx" presStyleLbl="bgAccFollowNode1" presStyleIdx="0" presStyleCnt="4">
        <dgm:presLayoutVars>
          <dgm:bulletEnabled val="1"/>
        </dgm:presLayoutVars>
      </dgm:prSet>
      <dgm:spPr/>
    </dgm:pt>
    <dgm:pt modelId="{71D9A7BF-598D-4120-9B8A-7DDE459850AE}" type="pres">
      <dgm:prSet presAssocID="{9EE1CE13-F5A6-48F6-9455-C84FD7878E7D}" presName="negSpace" presStyleCnt="0"/>
      <dgm:spPr/>
    </dgm:pt>
    <dgm:pt modelId="{9DA78A27-C137-441E-8D8E-8E6BF067E038}" type="pres">
      <dgm:prSet presAssocID="{9EE1CE13-F5A6-48F6-9455-C84FD7878E7D}" presName="circle" presStyleLbl="node1" presStyleIdx="0" presStyleCnt="4"/>
      <dgm:spPr/>
    </dgm:pt>
    <dgm:pt modelId="{711F8E67-01F8-4544-AB6C-CF85E5A6F4F2}" type="pres">
      <dgm:prSet presAssocID="{3EEF5866-7473-437E-BE37-0674987CAACE}" presName="transSpace" presStyleCnt="0"/>
      <dgm:spPr/>
    </dgm:pt>
    <dgm:pt modelId="{8A91E0F5-F795-4B4B-B191-733F8BEE11B0}" type="pres">
      <dgm:prSet presAssocID="{F784FF4E-FE16-4D2A-B84A-15CEF33DCD2C}" presName="posSpace" presStyleCnt="0"/>
      <dgm:spPr/>
    </dgm:pt>
    <dgm:pt modelId="{BB58ED9C-77FE-4946-97F3-98AA45A53BD8}" type="pres">
      <dgm:prSet presAssocID="{F784FF4E-FE16-4D2A-B84A-15CEF33DCD2C}" presName="vertFlow" presStyleCnt="0"/>
      <dgm:spPr/>
    </dgm:pt>
    <dgm:pt modelId="{A6831293-F6FC-4C71-8757-1224931E647D}" type="pres">
      <dgm:prSet presAssocID="{F784FF4E-FE16-4D2A-B84A-15CEF33DCD2C}" presName="topSpace" presStyleCnt="0"/>
      <dgm:spPr/>
    </dgm:pt>
    <dgm:pt modelId="{B86D3390-2F0E-46C7-B246-E62CC21D56F9}" type="pres">
      <dgm:prSet presAssocID="{F784FF4E-FE16-4D2A-B84A-15CEF33DCD2C}" presName="firstComp" presStyleCnt="0"/>
      <dgm:spPr/>
    </dgm:pt>
    <dgm:pt modelId="{A43CA28C-A325-492E-8C80-165A5ED93300}" type="pres">
      <dgm:prSet presAssocID="{F784FF4E-FE16-4D2A-B84A-15CEF33DCD2C}" presName="firstChild" presStyleLbl="bgAccFollowNode1" presStyleIdx="1" presStyleCnt="4"/>
      <dgm:spPr/>
    </dgm:pt>
    <dgm:pt modelId="{50E4B1D1-6DAE-4C64-8B8F-EE9800E48510}" type="pres">
      <dgm:prSet presAssocID="{F784FF4E-FE16-4D2A-B84A-15CEF33DCD2C}" presName="firstChildTx" presStyleLbl="bgAccFollowNode1" presStyleIdx="1" presStyleCnt="4">
        <dgm:presLayoutVars>
          <dgm:bulletEnabled val="1"/>
        </dgm:presLayoutVars>
      </dgm:prSet>
      <dgm:spPr/>
    </dgm:pt>
    <dgm:pt modelId="{B83C5E68-C4FE-4B7F-BB64-1CB8B91A7998}" type="pres">
      <dgm:prSet presAssocID="{F784FF4E-FE16-4D2A-B84A-15CEF33DCD2C}" presName="negSpace" presStyleCnt="0"/>
      <dgm:spPr/>
    </dgm:pt>
    <dgm:pt modelId="{4CBBE1A4-EDD1-46CF-BF9F-BF091BF4A41F}" type="pres">
      <dgm:prSet presAssocID="{F784FF4E-FE16-4D2A-B84A-15CEF33DCD2C}" presName="circle" presStyleLbl="node1" presStyleIdx="1" presStyleCnt="4"/>
      <dgm:spPr/>
    </dgm:pt>
    <dgm:pt modelId="{FA479E20-CD46-4F42-A3C1-11D4AD22D3B1}" type="pres">
      <dgm:prSet presAssocID="{A96B661A-1B3C-413A-A4CF-F7FE8F4EBC13}" presName="transSpace" presStyleCnt="0"/>
      <dgm:spPr/>
    </dgm:pt>
    <dgm:pt modelId="{5B9175BA-11FE-45E8-BFAC-819F83EBA998}" type="pres">
      <dgm:prSet presAssocID="{4B839418-71E0-4CD5-BD1D-2E0351105ED6}" presName="posSpace" presStyleCnt="0"/>
      <dgm:spPr/>
    </dgm:pt>
    <dgm:pt modelId="{CE07B244-FB1D-4603-85D1-97E11D0CE9E3}" type="pres">
      <dgm:prSet presAssocID="{4B839418-71E0-4CD5-BD1D-2E0351105ED6}" presName="vertFlow" presStyleCnt="0"/>
      <dgm:spPr/>
    </dgm:pt>
    <dgm:pt modelId="{9E23FE49-BD99-4AD4-9491-8567EAE30E32}" type="pres">
      <dgm:prSet presAssocID="{4B839418-71E0-4CD5-BD1D-2E0351105ED6}" presName="topSpace" presStyleCnt="0"/>
      <dgm:spPr/>
    </dgm:pt>
    <dgm:pt modelId="{A7568B02-3404-41E9-B91C-548AA6864EF0}" type="pres">
      <dgm:prSet presAssocID="{4B839418-71E0-4CD5-BD1D-2E0351105ED6}" presName="firstComp" presStyleCnt="0"/>
      <dgm:spPr/>
    </dgm:pt>
    <dgm:pt modelId="{5F79D99C-C00E-49D8-9187-660425C48A4F}" type="pres">
      <dgm:prSet presAssocID="{4B839418-71E0-4CD5-BD1D-2E0351105ED6}" presName="firstChild" presStyleLbl="bgAccFollowNode1" presStyleIdx="2" presStyleCnt="4"/>
      <dgm:spPr/>
    </dgm:pt>
    <dgm:pt modelId="{CE7F9D1B-F9EC-483E-AB38-3FA19A07A575}" type="pres">
      <dgm:prSet presAssocID="{4B839418-71E0-4CD5-BD1D-2E0351105ED6}" presName="firstChildTx" presStyleLbl="bgAccFollowNode1" presStyleIdx="2" presStyleCnt="4">
        <dgm:presLayoutVars>
          <dgm:bulletEnabled val="1"/>
        </dgm:presLayoutVars>
      </dgm:prSet>
      <dgm:spPr/>
    </dgm:pt>
    <dgm:pt modelId="{CDE039F6-2B3E-4E46-BD8C-8C583221A31B}" type="pres">
      <dgm:prSet presAssocID="{4B839418-71E0-4CD5-BD1D-2E0351105ED6}" presName="negSpace" presStyleCnt="0"/>
      <dgm:spPr/>
    </dgm:pt>
    <dgm:pt modelId="{13878153-4421-45F0-A5CF-19DA87E45B36}" type="pres">
      <dgm:prSet presAssocID="{4B839418-71E0-4CD5-BD1D-2E0351105ED6}" presName="circle" presStyleLbl="node1" presStyleIdx="2" presStyleCnt="4"/>
      <dgm:spPr/>
    </dgm:pt>
    <dgm:pt modelId="{D8E6DEF4-0C30-41CB-A244-3D6A95E90012}" type="pres">
      <dgm:prSet presAssocID="{BB1EFACD-36FA-4E30-A8E9-0E7558A6663B}" presName="transSpace" presStyleCnt="0"/>
      <dgm:spPr/>
    </dgm:pt>
    <dgm:pt modelId="{4965411F-4FAA-47A3-9233-4CFD722B24D4}" type="pres">
      <dgm:prSet presAssocID="{405A7E14-088C-41F9-AB9D-ACAF16360949}" presName="posSpace" presStyleCnt="0"/>
      <dgm:spPr/>
    </dgm:pt>
    <dgm:pt modelId="{81BD2A15-1A23-44C9-BB37-A7CE930F228B}" type="pres">
      <dgm:prSet presAssocID="{405A7E14-088C-41F9-AB9D-ACAF16360949}" presName="vertFlow" presStyleCnt="0"/>
      <dgm:spPr/>
    </dgm:pt>
    <dgm:pt modelId="{1DB3C9EB-4622-467A-866E-AA7B0090B6BF}" type="pres">
      <dgm:prSet presAssocID="{405A7E14-088C-41F9-AB9D-ACAF16360949}" presName="topSpace" presStyleCnt="0"/>
      <dgm:spPr/>
    </dgm:pt>
    <dgm:pt modelId="{9E2BC5F7-99AA-4B38-9ECA-4096BEA7F76F}" type="pres">
      <dgm:prSet presAssocID="{405A7E14-088C-41F9-AB9D-ACAF16360949}" presName="firstComp" presStyleCnt="0"/>
      <dgm:spPr/>
    </dgm:pt>
    <dgm:pt modelId="{EF406AD0-606A-4381-8E3C-89060C8D8CD8}" type="pres">
      <dgm:prSet presAssocID="{405A7E14-088C-41F9-AB9D-ACAF16360949}" presName="firstChild" presStyleLbl="bgAccFollowNode1" presStyleIdx="3" presStyleCnt="4"/>
      <dgm:spPr/>
    </dgm:pt>
    <dgm:pt modelId="{61C42C11-D86F-4865-86F2-F320149B5E01}" type="pres">
      <dgm:prSet presAssocID="{405A7E14-088C-41F9-AB9D-ACAF16360949}" presName="firstChildTx" presStyleLbl="bgAccFollowNode1" presStyleIdx="3" presStyleCnt="4">
        <dgm:presLayoutVars>
          <dgm:bulletEnabled val="1"/>
        </dgm:presLayoutVars>
      </dgm:prSet>
      <dgm:spPr/>
    </dgm:pt>
    <dgm:pt modelId="{50E596A3-46F4-495F-96B6-860D35035EE2}" type="pres">
      <dgm:prSet presAssocID="{405A7E14-088C-41F9-AB9D-ACAF16360949}" presName="negSpace" presStyleCnt="0"/>
      <dgm:spPr/>
    </dgm:pt>
    <dgm:pt modelId="{2986BE26-0569-4273-8466-57FF8F59A654}" type="pres">
      <dgm:prSet presAssocID="{405A7E14-088C-41F9-AB9D-ACAF16360949}" presName="circle" presStyleLbl="node1" presStyleIdx="3" presStyleCnt="4"/>
      <dgm:spPr/>
    </dgm:pt>
  </dgm:ptLst>
  <dgm:cxnLst>
    <dgm:cxn modelId="{04498A0E-D0E1-465E-A751-18A3BD03B1A2}" type="presOf" srcId="{50034D69-11B9-4768-AA68-E9F3A4959EA1}" destId="{BAC421AB-9B28-474B-8522-4051CAC08177}" srcOrd="1" destOrd="0" presId="urn:microsoft.com/office/officeart/2005/8/layout/hList9"/>
    <dgm:cxn modelId="{E406390F-3D75-4F8F-A7A7-94F1C937B185}" srcId="{2EB975BC-385B-4B37-AD54-00665A7F78AA}" destId="{4B839418-71E0-4CD5-BD1D-2E0351105ED6}" srcOrd="2" destOrd="0" parTransId="{FCD41DB9-0BAA-4507-8BD2-93A5F8B75AF3}" sibTransId="{BB1EFACD-36FA-4E30-A8E9-0E7558A6663B}"/>
    <dgm:cxn modelId="{8F6C7929-18B8-4D53-87E4-07FAE4226E73}" type="presOf" srcId="{405A7E14-088C-41F9-AB9D-ACAF16360949}" destId="{2986BE26-0569-4273-8466-57FF8F59A654}" srcOrd="0" destOrd="0" presId="urn:microsoft.com/office/officeart/2005/8/layout/hList9"/>
    <dgm:cxn modelId="{B5070A2A-8EDA-4A39-A075-92ACB0E19873}" srcId="{405A7E14-088C-41F9-AB9D-ACAF16360949}" destId="{2D995EDF-6C42-460B-94FF-A0AFF8553930}" srcOrd="0" destOrd="0" parTransId="{BF77A8A6-5C30-412A-A13B-FF349CD791B6}" sibTransId="{3B648272-D4B4-4EDE-B5DE-826BFC97C59E}"/>
    <dgm:cxn modelId="{8092CE39-6AA1-4793-B92A-E5C189FEE4D3}" type="presOf" srcId="{4B839418-71E0-4CD5-BD1D-2E0351105ED6}" destId="{13878153-4421-45F0-A5CF-19DA87E45B36}" srcOrd="0" destOrd="0" presId="urn:microsoft.com/office/officeart/2005/8/layout/hList9"/>
    <dgm:cxn modelId="{9D07C660-BE09-4A79-9082-2D69FFB84A35}" type="presOf" srcId="{2D995EDF-6C42-460B-94FF-A0AFF8553930}" destId="{EF406AD0-606A-4381-8E3C-89060C8D8CD8}" srcOrd="0" destOrd="0" presId="urn:microsoft.com/office/officeart/2005/8/layout/hList9"/>
    <dgm:cxn modelId="{3574CD42-BCDB-45B4-BA8E-C49639FD3E51}" type="presOf" srcId="{2D995EDF-6C42-460B-94FF-A0AFF8553930}" destId="{61C42C11-D86F-4865-86F2-F320149B5E01}" srcOrd="1" destOrd="0" presId="urn:microsoft.com/office/officeart/2005/8/layout/hList9"/>
    <dgm:cxn modelId="{F7BC904B-0378-4502-95FD-BBF8AE117879}" type="presOf" srcId="{F784FF4E-FE16-4D2A-B84A-15CEF33DCD2C}" destId="{4CBBE1A4-EDD1-46CF-BF9F-BF091BF4A41F}" srcOrd="0" destOrd="0" presId="urn:microsoft.com/office/officeart/2005/8/layout/hList9"/>
    <dgm:cxn modelId="{3A91984B-B270-4BF9-A860-B672871A22A3}" type="presOf" srcId="{7E714EBD-224A-4DBE-8E48-0AAC35774898}" destId="{A43CA28C-A325-492E-8C80-165A5ED93300}" srcOrd="0" destOrd="0" presId="urn:microsoft.com/office/officeart/2005/8/layout/hList9"/>
    <dgm:cxn modelId="{79E86F78-EED5-4B24-86B7-DED20893E181}" type="presOf" srcId="{62FFBCEC-DDC0-40A8-A5D1-2A69BA47F76C}" destId="{CE7F9D1B-F9EC-483E-AB38-3FA19A07A575}" srcOrd="1" destOrd="0" presId="urn:microsoft.com/office/officeart/2005/8/layout/hList9"/>
    <dgm:cxn modelId="{D6662F8F-64C2-4DAF-942B-06AEDF01C847}" type="presOf" srcId="{9EE1CE13-F5A6-48F6-9455-C84FD7878E7D}" destId="{9DA78A27-C137-441E-8D8E-8E6BF067E038}" srcOrd="0" destOrd="0" presId="urn:microsoft.com/office/officeart/2005/8/layout/hList9"/>
    <dgm:cxn modelId="{51C7AEA3-0EF5-450F-8B82-D9A2813547DC}" type="presOf" srcId="{62FFBCEC-DDC0-40A8-A5D1-2A69BA47F76C}" destId="{5F79D99C-C00E-49D8-9187-660425C48A4F}" srcOrd="0" destOrd="0" presId="urn:microsoft.com/office/officeart/2005/8/layout/hList9"/>
    <dgm:cxn modelId="{BFC674A8-1468-48A0-AE64-AA6B1FBCE931}" type="presOf" srcId="{7E714EBD-224A-4DBE-8E48-0AAC35774898}" destId="{50E4B1D1-6DAE-4C64-8B8F-EE9800E48510}" srcOrd="1" destOrd="0" presId="urn:microsoft.com/office/officeart/2005/8/layout/hList9"/>
    <dgm:cxn modelId="{B474A2BC-D04B-4EC7-83FA-351C474D11C1}" srcId="{2EB975BC-385B-4B37-AD54-00665A7F78AA}" destId="{F784FF4E-FE16-4D2A-B84A-15CEF33DCD2C}" srcOrd="1" destOrd="0" parTransId="{B58C0D1F-3337-408F-A355-00C78018F829}" sibTransId="{A96B661A-1B3C-413A-A4CF-F7FE8F4EBC13}"/>
    <dgm:cxn modelId="{9AB607BE-1CB6-4033-AFC8-540BFA508AB7}" type="presOf" srcId="{50034D69-11B9-4768-AA68-E9F3A4959EA1}" destId="{CCFE8BCC-14BC-4153-97FB-CA0EA26EDBCF}" srcOrd="0" destOrd="0" presId="urn:microsoft.com/office/officeart/2005/8/layout/hList9"/>
    <dgm:cxn modelId="{0C08AABF-697D-40B3-BE1A-F78CD13BC53D}" srcId="{F784FF4E-FE16-4D2A-B84A-15CEF33DCD2C}" destId="{7E714EBD-224A-4DBE-8E48-0AAC35774898}" srcOrd="0" destOrd="0" parTransId="{D495F43B-2481-4CEA-9F83-FF73A0EAEA7A}" sibTransId="{0DA62031-901F-4262-82FB-FBAE70322196}"/>
    <dgm:cxn modelId="{281A17C6-ADA5-4829-B2B8-3929632C4BC9}" srcId="{4B839418-71E0-4CD5-BD1D-2E0351105ED6}" destId="{62FFBCEC-DDC0-40A8-A5D1-2A69BA47F76C}" srcOrd="0" destOrd="0" parTransId="{67A48442-75CA-416E-90B3-8A84ABE92DDF}" sibTransId="{862957FA-9104-4C61-A384-8E43519175C2}"/>
    <dgm:cxn modelId="{A1C1B2E7-EAD5-4991-B198-B6479A452235}" srcId="{9EE1CE13-F5A6-48F6-9455-C84FD7878E7D}" destId="{50034D69-11B9-4768-AA68-E9F3A4959EA1}" srcOrd="0" destOrd="0" parTransId="{23A68B30-12CC-4609-8021-9F799BDA8B9F}" sibTransId="{A0186D98-61CA-49C6-A4E2-528DFC8366DA}"/>
    <dgm:cxn modelId="{D8ED6DF2-5878-4F7E-8AD4-4AE8FE96B3F3}" type="presOf" srcId="{2EB975BC-385B-4B37-AD54-00665A7F78AA}" destId="{A1C82244-A0A5-4437-AD53-7AEC78B7343B}" srcOrd="0" destOrd="0" presId="urn:microsoft.com/office/officeart/2005/8/layout/hList9"/>
    <dgm:cxn modelId="{5F8AFEFD-92C9-47E9-A063-5698F232CA7E}" srcId="{2EB975BC-385B-4B37-AD54-00665A7F78AA}" destId="{9EE1CE13-F5A6-48F6-9455-C84FD7878E7D}" srcOrd="0" destOrd="0" parTransId="{090EFB9A-CA77-4CA8-89D3-45122E3E35F9}" sibTransId="{3EEF5866-7473-437E-BE37-0674987CAACE}"/>
    <dgm:cxn modelId="{3D9DE0FE-68A7-417A-97FD-7CD01F8B03ED}" srcId="{2EB975BC-385B-4B37-AD54-00665A7F78AA}" destId="{405A7E14-088C-41F9-AB9D-ACAF16360949}" srcOrd="3" destOrd="0" parTransId="{E64025D8-6972-44A9-BD24-1C1DD591917A}" sibTransId="{05523ABA-6A51-44E8-A38D-AA218CB55164}"/>
    <dgm:cxn modelId="{4F1C182A-68AF-4847-BE3C-74BFD9949C88}" type="presParOf" srcId="{A1C82244-A0A5-4437-AD53-7AEC78B7343B}" destId="{333F34CC-F57E-4158-B6B5-CAC5AAD13FB4}" srcOrd="0" destOrd="0" presId="urn:microsoft.com/office/officeart/2005/8/layout/hList9"/>
    <dgm:cxn modelId="{4A134FE5-7AB1-4C51-9C4E-B85D6ACCF67F}" type="presParOf" srcId="{A1C82244-A0A5-4437-AD53-7AEC78B7343B}" destId="{B854F003-9B9E-42E2-8F62-24E9B9CB1436}" srcOrd="1" destOrd="0" presId="urn:microsoft.com/office/officeart/2005/8/layout/hList9"/>
    <dgm:cxn modelId="{EE8C0BB9-7BD3-4495-8213-A2D44A7FC8AD}" type="presParOf" srcId="{B854F003-9B9E-42E2-8F62-24E9B9CB1436}" destId="{C8102E06-967E-4988-80F7-D0F1A909ED29}" srcOrd="0" destOrd="0" presId="urn:microsoft.com/office/officeart/2005/8/layout/hList9"/>
    <dgm:cxn modelId="{8B0F7127-4C77-416D-B025-645653ADD61A}" type="presParOf" srcId="{B854F003-9B9E-42E2-8F62-24E9B9CB1436}" destId="{5E2A0F8E-9A3B-4791-B101-ADCE9382320F}" srcOrd="1" destOrd="0" presId="urn:microsoft.com/office/officeart/2005/8/layout/hList9"/>
    <dgm:cxn modelId="{90D837F5-8961-4754-BF1C-0AE43F466F01}" type="presParOf" srcId="{5E2A0F8E-9A3B-4791-B101-ADCE9382320F}" destId="{CCFE8BCC-14BC-4153-97FB-CA0EA26EDBCF}" srcOrd="0" destOrd="0" presId="urn:microsoft.com/office/officeart/2005/8/layout/hList9"/>
    <dgm:cxn modelId="{9C4CFA9E-7BB4-4B38-B459-7B007DE8D8DE}" type="presParOf" srcId="{5E2A0F8E-9A3B-4791-B101-ADCE9382320F}" destId="{BAC421AB-9B28-474B-8522-4051CAC08177}" srcOrd="1" destOrd="0" presId="urn:microsoft.com/office/officeart/2005/8/layout/hList9"/>
    <dgm:cxn modelId="{3AB15468-229E-45CE-A6AF-0FCE0407E150}" type="presParOf" srcId="{A1C82244-A0A5-4437-AD53-7AEC78B7343B}" destId="{71D9A7BF-598D-4120-9B8A-7DDE459850AE}" srcOrd="2" destOrd="0" presId="urn:microsoft.com/office/officeart/2005/8/layout/hList9"/>
    <dgm:cxn modelId="{75D6CD41-B940-44C2-A1FC-63B877B755A0}" type="presParOf" srcId="{A1C82244-A0A5-4437-AD53-7AEC78B7343B}" destId="{9DA78A27-C137-441E-8D8E-8E6BF067E038}" srcOrd="3" destOrd="0" presId="urn:microsoft.com/office/officeart/2005/8/layout/hList9"/>
    <dgm:cxn modelId="{44AB0F89-BE45-4166-AC51-E0E4E3848305}" type="presParOf" srcId="{A1C82244-A0A5-4437-AD53-7AEC78B7343B}" destId="{711F8E67-01F8-4544-AB6C-CF85E5A6F4F2}" srcOrd="4" destOrd="0" presId="urn:microsoft.com/office/officeart/2005/8/layout/hList9"/>
    <dgm:cxn modelId="{D9A340FC-BB8D-45E6-BDD0-5578691DC37F}" type="presParOf" srcId="{A1C82244-A0A5-4437-AD53-7AEC78B7343B}" destId="{8A91E0F5-F795-4B4B-B191-733F8BEE11B0}" srcOrd="5" destOrd="0" presId="urn:microsoft.com/office/officeart/2005/8/layout/hList9"/>
    <dgm:cxn modelId="{1CEDF1C8-1632-41D1-95D4-45D9B5B047E5}" type="presParOf" srcId="{A1C82244-A0A5-4437-AD53-7AEC78B7343B}" destId="{BB58ED9C-77FE-4946-97F3-98AA45A53BD8}" srcOrd="6" destOrd="0" presId="urn:microsoft.com/office/officeart/2005/8/layout/hList9"/>
    <dgm:cxn modelId="{E45F362E-872D-4FDE-A21C-0BE4F277CD32}" type="presParOf" srcId="{BB58ED9C-77FE-4946-97F3-98AA45A53BD8}" destId="{A6831293-F6FC-4C71-8757-1224931E647D}" srcOrd="0" destOrd="0" presId="urn:microsoft.com/office/officeart/2005/8/layout/hList9"/>
    <dgm:cxn modelId="{A6BF8A22-4E69-489C-9911-11E9CB2C6FA8}" type="presParOf" srcId="{BB58ED9C-77FE-4946-97F3-98AA45A53BD8}" destId="{B86D3390-2F0E-46C7-B246-E62CC21D56F9}" srcOrd="1" destOrd="0" presId="urn:microsoft.com/office/officeart/2005/8/layout/hList9"/>
    <dgm:cxn modelId="{57C67C04-AD3D-47E7-ACDF-222A888403E2}" type="presParOf" srcId="{B86D3390-2F0E-46C7-B246-E62CC21D56F9}" destId="{A43CA28C-A325-492E-8C80-165A5ED93300}" srcOrd="0" destOrd="0" presId="urn:microsoft.com/office/officeart/2005/8/layout/hList9"/>
    <dgm:cxn modelId="{D1CED304-875F-4156-9CFD-6BD0A034889B}" type="presParOf" srcId="{B86D3390-2F0E-46C7-B246-E62CC21D56F9}" destId="{50E4B1D1-6DAE-4C64-8B8F-EE9800E48510}" srcOrd="1" destOrd="0" presId="urn:microsoft.com/office/officeart/2005/8/layout/hList9"/>
    <dgm:cxn modelId="{551F78E0-B9F0-4520-A253-8BF0C5B967DD}" type="presParOf" srcId="{A1C82244-A0A5-4437-AD53-7AEC78B7343B}" destId="{B83C5E68-C4FE-4B7F-BB64-1CB8B91A7998}" srcOrd="7" destOrd="0" presId="urn:microsoft.com/office/officeart/2005/8/layout/hList9"/>
    <dgm:cxn modelId="{E10E1910-F4E7-49E2-9AAA-C8B0A8FDA4D9}" type="presParOf" srcId="{A1C82244-A0A5-4437-AD53-7AEC78B7343B}" destId="{4CBBE1A4-EDD1-46CF-BF9F-BF091BF4A41F}" srcOrd="8" destOrd="0" presId="urn:microsoft.com/office/officeart/2005/8/layout/hList9"/>
    <dgm:cxn modelId="{652A194B-152A-4EA6-BD6A-E4D8040D8CE5}" type="presParOf" srcId="{A1C82244-A0A5-4437-AD53-7AEC78B7343B}" destId="{FA479E20-CD46-4F42-A3C1-11D4AD22D3B1}" srcOrd="9" destOrd="0" presId="urn:microsoft.com/office/officeart/2005/8/layout/hList9"/>
    <dgm:cxn modelId="{472492C5-CFED-4600-AA8D-3833E43BF816}" type="presParOf" srcId="{A1C82244-A0A5-4437-AD53-7AEC78B7343B}" destId="{5B9175BA-11FE-45E8-BFAC-819F83EBA998}" srcOrd="10" destOrd="0" presId="urn:microsoft.com/office/officeart/2005/8/layout/hList9"/>
    <dgm:cxn modelId="{1DDB40B9-998F-455C-BF3F-8CD618EF6D56}" type="presParOf" srcId="{A1C82244-A0A5-4437-AD53-7AEC78B7343B}" destId="{CE07B244-FB1D-4603-85D1-97E11D0CE9E3}" srcOrd="11" destOrd="0" presId="urn:microsoft.com/office/officeart/2005/8/layout/hList9"/>
    <dgm:cxn modelId="{FB407527-74EE-4A3D-A95F-85301982F2D6}" type="presParOf" srcId="{CE07B244-FB1D-4603-85D1-97E11D0CE9E3}" destId="{9E23FE49-BD99-4AD4-9491-8567EAE30E32}" srcOrd="0" destOrd="0" presId="urn:microsoft.com/office/officeart/2005/8/layout/hList9"/>
    <dgm:cxn modelId="{E04CD89C-29AA-4CA7-BF77-E34943E554B1}" type="presParOf" srcId="{CE07B244-FB1D-4603-85D1-97E11D0CE9E3}" destId="{A7568B02-3404-41E9-B91C-548AA6864EF0}" srcOrd="1" destOrd="0" presId="urn:microsoft.com/office/officeart/2005/8/layout/hList9"/>
    <dgm:cxn modelId="{69923328-FC7E-4148-AF62-265F61ADF87A}" type="presParOf" srcId="{A7568B02-3404-41E9-B91C-548AA6864EF0}" destId="{5F79D99C-C00E-49D8-9187-660425C48A4F}" srcOrd="0" destOrd="0" presId="urn:microsoft.com/office/officeart/2005/8/layout/hList9"/>
    <dgm:cxn modelId="{6D5A9143-3F29-4927-895C-64346B6F6AED}" type="presParOf" srcId="{A7568B02-3404-41E9-B91C-548AA6864EF0}" destId="{CE7F9D1B-F9EC-483E-AB38-3FA19A07A575}" srcOrd="1" destOrd="0" presId="urn:microsoft.com/office/officeart/2005/8/layout/hList9"/>
    <dgm:cxn modelId="{4355CFB8-3345-4782-A412-4D756E68B503}" type="presParOf" srcId="{A1C82244-A0A5-4437-AD53-7AEC78B7343B}" destId="{CDE039F6-2B3E-4E46-BD8C-8C583221A31B}" srcOrd="12" destOrd="0" presId="urn:microsoft.com/office/officeart/2005/8/layout/hList9"/>
    <dgm:cxn modelId="{EC392A1C-7CC4-4192-B390-6DF7A77E91E5}" type="presParOf" srcId="{A1C82244-A0A5-4437-AD53-7AEC78B7343B}" destId="{13878153-4421-45F0-A5CF-19DA87E45B36}" srcOrd="13" destOrd="0" presId="urn:microsoft.com/office/officeart/2005/8/layout/hList9"/>
    <dgm:cxn modelId="{51556CA4-B118-44BF-AE12-FBC0668E9652}" type="presParOf" srcId="{A1C82244-A0A5-4437-AD53-7AEC78B7343B}" destId="{D8E6DEF4-0C30-41CB-A244-3D6A95E90012}" srcOrd="14" destOrd="0" presId="urn:microsoft.com/office/officeart/2005/8/layout/hList9"/>
    <dgm:cxn modelId="{D8EBDB88-6CE1-43A7-B7FF-7AF633336180}" type="presParOf" srcId="{A1C82244-A0A5-4437-AD53-7AEC78B7343B}" destId="{4965411F-4FAA-47A3-9233-4CFD722B24D4}" srcOrd="15" destOrd="0" presId="urn:microsoft.com/office/officeart/2005/8/layout/hList9"/>
    <dgm:cxn modelId="{37FFDB0C-D162-41E8-884B-A37A09BF7183}" type="presParOf" srcId="{A1C82244-A0A5-4437-AD53-7AEC78B7343B}" destId="{81BD2A15-1A23-44C9-BB37-A7CE930F228B}" srcOrd="16" destOrd="0" presId="urn:microsoft.com/office/officeart/2005/8/layout/hList9"/>
    <dgm:cxn modelId="{D74D2F13-94B1-43AB-8591-6C831C3E7472}" type="presParOf" srcId="{81BD2A15-1A23-44C9-BB37-A7CE930F228B}" destId="{1DB3C9EB-4622-467A-866E-AA7B0090B6BF}" srcOrd="0" destOrd="0" presId="urn:microsoft.com/office/officeart/2005/8/layout/hList9"/>
    <dgm:cxn modelId="{10FB6C5A-ACE8-4B1E-AD21-25AD185487A2}" type="presParOf" srcId="{81BD2A15-1A23-44C9-BB37-A7CE930F228B}" destId="{9E2BC5F7-99AA-4B38-9ECA-4096BEA7F76F}" srcOrd="1" destOrd="0" presId="urn:microsoft.com/office/officeart/2005/8/layout/hList9"/>
    <dgm:cxn modelId="{03626129-2426-4737-97F0-90B3F878F0EC}" type="presParOf" srcId="{9E2BC5F7-99AA-4B38-9ECA-4096BEA7F76F}" destId="{EF406AD0-606A-4381-8E3C-89060C8D8CD8}" srcOrd="0" destOrd="0" presId="urn:microsoft.com/office/officeart/2005/8/layout/hList9"/>
    <dgm:cxn modelId="{00F564E4-C891-4979-8E67-2F86DAC13858}" type="presParOf" srcId="{9E2BC5F7-99AA-4B38-9ECA-4096BEA7F76F}" destId="{61C42C11-D86F-4865-86F2-F320149B5E01}" srcOrd="1" destOrd="0" presId="urn:microsoft.com/office/officeart/2005/8/layout/hList9"/>
    <dgm:cxn modelId="{5AFDFD06-5B2A-4B7A-B410-17569DA9B3AE}" type="presParOf" srcId="{A1C82244-A0A5-4437-AD53-7AEC78B7343B}" destId="{50E596A3-46F4-495F-96B6-860D35035EE2}" srcOrd="17" destOrd="0" presId="urn:microsoft.com/office/officeart/2005/8/layout/hList9"/>
    <dgm:cxn modelId="{7FAB368F-D9DA-427E-8E75-F37BACD5F982}" type="presParOf" srcId="{A1C82244-A0A5-4437-AD53-7AEC78B7343B}" destId="{2986BE26-0569-4273-8466-57FF8F59A654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B975BC-385B-4B37-AD54-00665A7F78AA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EE1CE13-F5A6-48F6-9455-C84FD7878E7D}">
      <dgm:prSet phldrT="[Texto]"/>
      <dgm:spPr>
        <a:solidFill>
          <a:srgbClr val="FF0000"/>
        </a:solidFill>
      </dgm:spPr>
      <dgm:t>
        <a:bodyPr/>
        <a:lstStyle/>
        <a:p>
          <a:r>
            <a: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PT</a:t>
          </a:r>
        </a:p>
      </dgm:t>
    </dgm:pt>
    <dgm:pt modelId="{090EFB9A-CA77-4CA8-89D3-45122E3E35F9}" type="parTrans" cxnId="{5F8AFEFD-92C9-47E9-A063-5698F232CA7E}">
      <dgm:prSet/>
      <dgm:spPr/>
      <dgm:t>
        <a:bodyPr/>
        <a:lstStyle/>
        <a:p>
          <a:endParaRPr lang="pt-BR"/>
        </a:p>
      </dgm:t>
    </dgm:pt>
    <dgm:pt modelId="{3EEF5866-7473-437E-BE37-0674987CAACE}" type="sibTrans" cxnId="{5F8AFEFD-92C9-47E9-A063-5698F232CA7E}">
      <dgm:prSet/>
      <dgm:spPr/>
      <dgm:t>
        <a:bodyPr/>
        <a:lstStyle/>
        <a:p>
          <a:endParaRPr lang="pt-BR"/>
        </a:p>
      </dgm:t>
    </dgm:pt>
    <dgm:pt modelId="{50034D69-11B9-4768-AA68-E9F3A4959EA1}">
      <dgm:prSet phldrT="[Texto]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pt-BR" dirty="0"/>
            <a:t>Idioma Português</a:t>
          </a:r>
        </a:p>
      </dgm:t>
    </dgm:pt>
    <dgm:pt modelId="{23A68B30-12CC-4609-8021-9F799BDA8B9F}" type="parTrans" cxnId="{A1C1B2E7-EAD5-4991-B198-B6479A452235}">
      <dgm:prSet/>
      <dgm:spPr/>
      <dgm:t>
        <a:bodyPr/>
        <a:lstStyle/>
        <a:p>
          <a:endParaRPr lang="pt-BR"/>
        </a:p>
      </dgm:t>
    </dgm:pt>
    <dgm:pt modelId="{A0186D98-61CA-49C6-A4E2-528DFC8366DA}" type="sibTrans" cxnId="{A1C1B2E7-EAD5-4991-B198-B6479A452235}">
      <dgm:prSet/>
      <dgm:spPr/>
      <dgm:t>
        <a:bodyPr/>
        <a:lstStyle/>
        <a:p>
          <a:endParaRPr lang="pt-BR"/>
        </a:p>
      </dgm:t>
    </dgm:pt>
    <dgm:pt modelId="{F784FF4E-FE16-4D2A-B84A-15CEF33DCD2C}">
      <dgm:prSet phldrT="[Texto]"/>
      <dgm:spPr>
        <a:solidFill>
          <a:srgbClr val="FFC000"/>
        </a:solidFill>
      </dgm:spPr>
      <dgm:t>
        <a:bodyPr/>
        <a:lstStyle/>
        <a:p>
          <a:r>
            <a: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C1</a:t>
          </a:r>
        </a:p>
      </dgm:t>
    </dgm:pt>
    <dgm:pt modelId="{B58C0D1F-3337-408F-A355-00C78018F829}" type="parTrans" cxnId="{B474A2BC-D04B-4EC7-83FA-351C474D11C1}">
      <dgm:prSet/>
      <dgm:spPr/>
      <dgm:t>
        <a:bodyPr/>
        <a:lstStyle/>
        <a:p>
          <a:endParaRPr lang="pt-BR"/>
        </a:p>
      </dgm:t>
    </dgm:pt>
    <dgm:pt modelId="{A96B661A-1B3C-413A-A4CF-F7FE8F4EBC13}" type="sibTrans" cxnId="{B474A2BC-D04B-4EC7-83FA-351C474D11C1}">
      <dgm:prSet/>
      <dgm:spPr/>
      <dgm:t>
        <a:bodyPr/>
        <a:lstStyle/>
        <a:p>
          <a:endParaRPr lang="pt-BR"/>
        </a:p>
      </dgm:t>
    </dgm:pt>
    <dgm:pt modelId="{7E714EBD-224A-4DBE-8E48-0AAC35774898}">
      <dgm:prSet phldrT="[Texto]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pt-BR" dirty="0"/>
            <a:t>C = Capitulo </a:t>
          </a:r>
        </a:p>
        <a:p>
          <a:r>
            <a:rPr lang="pt-BR" dirty="0"/>
            <a:t>1 = Numero de ordenação</a:t>
          </a:r>
        </a:p>
      </dgm:t>
    </dgm:pt>
    <dgm:pt modelId="{D495F43B-2481-4CEA-9F83-FF73A0EAEA7A}" type="parTrans" cxnId="{0C08AABF-697D-40B3-BE1A-F78CD13BC53D}">
      <dgm:prSet/>
      <dgm:spPr/>
      <dgm:t>
        <a:bodyPr/>
        <a:lstStyle/>
        <a:p>
          <a:endParaRPr lang="pt-BR"/>
        </a:p>
      </dgm:t>
    </dgm:pt>
    <dgm:pt modelId="{0DA62031-901F-4262-82FB-FBAE70322196}" type="sibTrans" cxnId="{0C08AABF-697D-40B3-BE1A-F78CD13BC53D}">
      <dgm:prSet/>
      <dgm:spPr/>
      <dgm:t>
        <a:bodyPr/>
        <a:lstStyle/>
        <a:p>
          <a:endParaRPr lang="pt-BR"/>
        </a:p>
      </dgm:t>
    </dgm:pt>
    <dgm:pt modelId="{4B839418-71E0-4CD5-BD1D-2E0351105ED6}">
      <dgm:prSet/>
      <dgm:spPr>
        <a:solidFill>
          <a:srgbClr val="00B050"/>
        </a:solidFill>
      </dgm:spPr>
      <dgm:t>
        <a:bodyPr/>
        <a:lstStyle/>
        <a:p>
          <a:r>
            <a: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P1</a:t>
          </a:r>
        </a:p>
      </dgm:t>
    </dgm:pt>
    <dgm:pt modelId="{FCD41DB9-0BAA-4507-8BD2-93A5F8B75AF3}" type="parTrans" cxnId="{E406390F-3D75-4F8F-A7A7-94F1C937B185}">
      <dgm:prSet/>
      <dgm:spPr/>
      <dgm:t>
        <a:bodyPr/>
        <a:lstStyle/>
        <a:p>
          <a:endParaRPr lang="pt-BR"/>
        </a:p>
      </dgm:t>
    </dgm:pt>
    <dgm:pt modelId="{BB1EFACD-36FA-4E30-A8E9-0E7558A6663B}" type="sibTrans" cxnId="{E406390F-3D75-4F8F-A7A7-94F1C937B185}">
      <dgm:prSet/>
      <dgm:spPr/>
      <dgm:t>
        <a:bodyPr/>
        <a:lstStyle/>
        <a:p>
          <a:endParaRPr lang="pt-BR"/>
        </a:p>
      </dgm:t>
    </dgm:pt>
    <dgm:pt modelId="{405A7E14-088C-41F9-AB9D-ACAF16360949}">
      <dgm:prSet/>
      <dgm:spPr/>
      <dgm:t>
        <a:bodyPr/>
        <a:lstStyle/>
        <a:p>
          <a:r>
            <a: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S001</a:t>
          </a:r>
        </a:p>
      </dgm:t>
    </dgm:pt>
    <dgm:pt modelId="{E64025D8-6972-44A9-BD24-1C1DD591917A}" type="parTrans" cxnId="{3D9DE0FE-68A7-417A-97FD-7CD01F8B03ED}">
      <dgm:prSet/>
      <dgm:spPr/>
      <dgm:t>
        <a:bodyPr/>
        <a:lstStyle/>
        <a:p>
          <a:endParaRPr lang="pt-BR"/>
        </a:p>
      </dgm:t>
    </dgm:pt>
    <dgm:pt modelId="{05523ABA-6A51-44E8-A38D-AA218CB55164}" type="sibTrans" cxnId="{3D9DE0FE-68A7-417A-97FD-7CD01F8B03ED}">
      <dgm:prSet/>
      <dgm:spPr/>
      <dgm:t>
        <a:bodyPr/>
        <a:lstStyle/>
        <a:p>
          <a:endParaRPr lang="pt-BR"/>
        </a:p>
      </dgm:t>
    </dgm:pt>
    <dgm:pt modelId="{97E9F40F-7733-4052-8204-561CB1B9D12C}">
      <dgm:prSet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pt-BR" dirty="0"/>
            <a:t>P = Parte</a:t>
          </a:r>
        </a:p>
        <a:p>
          <a:r>
            <a:rPr lang="pt-BR" dirty="0"/>
            <a:t>1 = Numero de ordenação</a:t>
          </a:r>
        </a:p>
      </dgm:t>
    </dgm:pt>
    <dgm:pt modelId="{100553BB-53FE-446D-91BD-31659C021952}" type="parTrans" cxnId="{01468266-77DC-4D3C-BF90-DC9E1F28987F}">
      <dgm:prSet/>
      <dgm:spPr/>
      <dgm:t>
        <a:bodyPr/>
        <a:lstStyle/>
        <a:p>
          <a:endParaRPr lang="pt-BR"/>
        </a:p>
      </dgm:t>
    </dgm:pt>
    <dgm:pt modelId="{435E0544-DC4B-4E95-A5B6-CDFC4D3B28BB}" type="sibTrans" cxnId="{01468266-77DC-4D3C-BF90-DC9E1F28987F}">
      <dgm:prSet/>
      <dgm:spPr/>
      <dgm:t>
        <a:bodyPr/>
        <a:lstStyle/>
        <a:p>
          <a:endParaRPr lang="pt-BR"/>
        </a:p>
      </dgm:t>
    </dgm:pt>
    <dgm:pt modelId="{27011093-D8E6-469D-B2F8-FC30F694AF12}">
      <dgm:prSet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pt-BR" dirty="0"/>
            <a:t>S = Tipo </a:t>
          </a:r>
        </a:p>
        <a:p>
          <a:r>
            <a:rPr lang="pt-BR" dirty="0"/>
            <a:t>001 = Numero de ordenação</a:t>
          </a:r>
        </a:p>
      </dgm:t>
    </dgm:pt>
    <dgm:pt modelId="{A9E85749-27D6-41B2-A2EF-2F41DC83C9BA}" type="parTrans" cxnId="{E9FF9202-1F8D-4931-8641-3A795B7722BE}">
      <dgm:prSet/>
      <dgm:spPr/>
      <dgm:t>
        <a:bodyPr/>
        <a:lstStyle/>
        <a:p>
          <a:endParaRPr lang="pt-BR"/>
        </a:p>
      </dgm:t>
    </dgm:pt>
    <dgm:pt modelId="{4BAEE1D1-98CD-413F-BFAC-2960D7BA0565}" type="sibTrans" cxnId="{E9FF9202-1F8D-4931-8641-3A795B7722BE}">
      <dgm:prSet/>
      <dgm:spPr/>
      <dgm:t>
        <a:bodyPr/>
        <a:lstStyle/>
        <a:p>
          <a:endParaRPr lang="pt-BR"/>
        </a:p>
      </dgm:t>
    </dgm:pt>
    <dgm:pt modelId="{A1C82244-A0A5-4437-AD53-7AEC78B7343B}" type="pres">
      <dgm:prSet presAssocID="{2EB975BC-385B-4B37-AD54-00665A7F78AA}" presName="list" presStyleCnt="0">
        <dgm:presLayoutVars>
          <dgm:dir/>
          <dgm:animLvl val="lvl"/>
        </dgm:presLayoutVars>
      </dgm:prSet>
      <dgm:spPr/>
    </dgm:pt>
    <dgm:pt modelId="{333F34CC-F57E-4158-B6B5-CAC5AAD13FB4}" type="pres">
      <dgm:prSet presAssocID="{9EE1CE13-F5A6-48F6-9455-C84FD7878E7D}" presName="posSpace" presStyleCnt="0"/>
      <dgm:spPr/>
    </dgm:pt>
    <dgm:pt modelId="{B854F003-9B9E-42E2-8F62-24E9B9CB1436}" type="pres">
      <dgm:prSet presAssocID="{9EE1CE13-F5A6-48F6-9455-C84FD7878E7D}" presName="vertFlow" presStyleCnt="0"/>
      <dgm:spPr/>
    </dgm:pt>
    <dgm:pt modelId="{C8102E06-967E-4988-80F7-D0F1A909ED29}" type="pres">
      <dgm:prSet presAssocID="{9EE1CE13-F5A6-48F6-9455-C84FD7878E7D}" presName="topSpace" presStyleCnt="0"/>
      <dgm:spPr/>
    </dgm:pt>
    <dgm:pt modelId="{5E2A0F8E-9A3B-4791-B101-ADCE9382320F}" type="pres">
      <dgm:prSet presAssocID="{9EE1CE13-F5A6-48F6-9455-C84FD7878E7D}" presName="firstComp" presStyleCnt="0"/>
      <dgm:spPr/>
    </dgm:pt>
    <dgm:pt modelId="{CCFE8BCC-14BC-4153-97FB-CA0EA26EDBCF}" type="pres">
      <dgm:prSet presAssocID="{9EE1CE13-F5A6-48F6-9455-C84FD7878E7D}" presName="firstChild" presStyleLbl="bgAccFollowNode1" presStyleIdx="0" presStyleCnt="4"/>
      <dgm:spPr/>
    </dgm:pt>
    <dgm:pt modelId="{BAC421AB-9B28-474B-8522-4051CAC08177}" type="pres">
      <dgm:prSet presAssocID="{9EE1CE13-F5A6-48F6-9455-C84FD7878E7D}" presName="firstChildTx" presStyleLbl="bgAccFollowNode1" presStyleIdx="0" presStyleCnt="4">
        <dgm:presLayoutVars>
          <dgm:bulletEnabled val="1"/>
        </dgm:presLayoutVars>
      </dgm:prSet>
      <dgm:spPr/>
    </dgm:pt>
    <dgm:pt modelId="{71D9A7BF-598D-4120-9B8A-7DDE459850AE}" type="pres">
      <dgm:prSet presAssocID="{9EE1CE13-F5A6-48F6-9455-C84FD7878E7D}" presName="negSpace" presStyleCnt="0"/>
      <dgm:spPr/>
    </dgm:pt>
    <dgm:pt modelId="{9DA78A27-C137-441E-8D8E-8E6BF067E038}" type="pres">
      <dgm:prSet presAssocID="{9EE1CE13-F5A6-48F6-9455-C84FD7878E7D}" presName="circle" presStyleLbl="node1" presStyleIdx="0" presStyleCnt="4"/>
      <dgm:spPr/>
    </dgm:pt>
    <dgm:pt modelId="{711F8E67-01F8-4544-AB6C-CF85E5A6F4F2}" type="pres">
      <dgm:prSet presAssocID="{3EEF5866-7473-437E-BE37-0674987CAACE}" presName="transSpace" presStyleCnt="0"/>
      <dgm:spPr/>
    </dgm:pt>
    <dgm:pt modelId="{8A91E0F5-F795-4B4B-B191-733F8BEE11B0}" type="pres">
      <dgm:prSet presAssocID="{F784FF4E-FE16-4D2A-B84A-15CEF33DCD2C}" presName="posSpace" presStyleCnt="0"/>
      <dgm:spPr/>
    </dgm:pt>
    <dgm:pt modelId="{BB58ED9C-77FE-4946-97F3-98AA45A53BD8}" type="pres">
      <dgm:prSet presAssocID="{F784FF4E-FE16-4D2A-B84A-15CEF33DCD2C}" presName="vertFlow" presStyleCnt="0"/>
      <dgm:spPr/>
    </dgm:pt>
    <dgm:pt modelId="{A6831293-F6FC-4C71-8757-1224931E647D}" type="pres">
      <dgm:prSet presAssocID="{F784FF4E-FE16-4D2A-B84A-15CEF33DCD2C}" presName="topSpace" presStyleCnt="0"/>
      <dgm:spPr/>
    </dgm:pt>
    <dgm:pt modelId="{B86D3390-2F0E-46C7-B246-E62CC21D56F9}" type="pres">
      <dgm:prSet presAssocID="{F784FF4E-FE16-4D2A-B84A-15CEF33DCD2C}" presName="firstComp" presStyleCnt="0"/>
      <dgm:spPr/>
    </dgm:pt>
    <dgm:pt modelId="{A43CA28C-A325-492E-8C80-165A5ED93300}" type="pres">
      <dgm:prSet presAssocID="{F784FF4E-FE16-4D2A-B84A-15CEF33DCD2C}" presName="firstChild" presStyleLbl="bgAccFollowNode1" presStyleIdx="1" presStyleCnt="4"/>
      <dgm:spPr/>
    </dgm:pt>
    <dgm:pt modelId="{50E4B1D1-6DAE-4C64-8B8F-EE9800E48510}" type="pres">
      <dgm:prSet presAssocID="{F784FF4E-FE16-4D2A-B84A-15CEF33DCD2C}" presName="firstChildTx" presStyleLbl="bgAccFollowNode1" presStyleIdx="1" presStyleCnt="4">
        <dgm:presLayoutVars>
          <dgm:bulletEnabled val="1"/>
        </dgm:presLayoutVars>
      </dgm:prSet>
      <dgm:spPr/>
    </dgm:pt>
    <dgm:pt modelId="{B83C5E68-C4FE-4B7F-BB64-1CB8B91A7998}" type="pres">
      <dgm:prSet presAssocID="{F784FF4E-FE16-4D2A-B84A-15CEF33DCD2C}" presName="negSpace" presStyleCnt="0"/>
      <dgm:spPr/>
    </dgm:pt>
    <dgm:pt modelId="{4CBBE1A4-EDD1-46CF-BF9F-BF091BF4A41F}" type="pres">
      <dgm:prSet presAssocID="{F784FF4E-FE16-4D2A-B84A-15CEF33DCD2C}" presName="circle" presStyleLbl="node1" presStyleIdx="1" presStyleCnt="4"/>
      <dgm:spPr/>
    </dgm:pt>
    <dgm:pt modelId="{FA479E20-CD46-4F42-A3C1-11D4AD22D3B1}" type="pres">
      <dgm:prSet presAssocID="{A96B661A-1B3C-413A-A4CF-F7FE8F4EBC13}" presName="transSpace" presStyleCnt="0"/>
      <dgm:spPr/>
    </dgm:pt>
    <dgm:pt modelId="{5B9175BA-11FE-45E8-BFAC-819F83EBA998}" type="pres">
      <dgm:prSet presAssocID="{4B839418-71E0-4CD5-BD1D-2E0351105ED6}" presName="posSpace" presStyleCnt="0"/>
      <dgm:spPr/>
    </dgm:pt>
    <dgm:pt modelId="{CE07B244-FB1D-4603-85D1-97E11D0CE9E3}" type="pres">
      <dgm:prSet presAssocID="{4B839418-71E0-4CD5-BD1D-2E0351105ED6}" presName="vertFlow" presStyleCnt="0"/>
      <dgm:spPr/>
    </dgm:pt>
    <dgm:pt modelId="{9E23FE49-BD99-4AD4-9491-8567EAE30E32}" type="pres">
      <dgm:prSet presAssocID="{4B839418-71E0-4CD5-BD1D-2E0351105ED6}" presName="topSpace" presStyleCnt="0"/>
      <dgm:spPr/>
    </dgm:pt>
    <dgm:pt modelId="{A7568B02-3404-41E9-B91C-548AA6864EF0}" type="pres">
      <dgm:prSet presAssocID="{4B839418-71E0-4CD5-BD1D-2E0351105ED6}" presName="firstComp" presStyleCnt="0"/>
      <dgm:spPr/>
    </dgm:pt>
    <dgm:pt modelId="{5F79D99C-C00E-49D8-9187-660425C48A4F}" type="pres">
      <dgm:prSet presAssocID="{4B839418-71E0-4CD5-BD1D-2E0351105ED6}" presName="firstChild" presStyleLbl="bgAccFollowNode1" presStyleIdx="2" presStyleCnt="4"/>
      <dgm:spPr/>
    </dgm:pt>
    <dgm:pt modelId="{CE7F9D1B-F9EC-483E-AB38-3FA19A07A575}" type="pres">
      <dgm:prSet presAssocID="{4B839418-71E0-4CD5-BD1D-2E0351105ED6}" presName="firstChildTx" presStyleLbl="bgAccFollowNode1" presStyleIdx="2" presStyleCnt="4">
        <dgm:presLayoutVars>
          <dgm:bulletEnabled val="1"/>
        </dgm:presLayoutVars>
      </dgm:prSet>
      <dgm:spPr/>
    </dgm:pt>
    <dgm:pt modelId="{CDE039F6-2B3E-4E46-BD8C-8C583221A31B}" type="pres">
      <dgm:prSet presAssocID="{4B839418-71E0-4CD5-BD1D-2E0351105ED6}" presName="negSpace" presStyleCnt="0"/>
      <dgm:spPr/>
    </dgm:pt>
    <dgm:pt modelId="{13878153-4421-45F0-A5CF-19DA87E45B36}" type="pres">
      <dgm:prSet presAssocID="{4B839418-71E0-4CD5-BD1D-2E0351105ED6}" presName="circle" presStyleLbl="node1" presStyleIdx="2" presStyleCnt="4"/>
      <dgm:spPr/>
    </dgm:pt>
    <dgm:pt modelId="{D8E6DEF4-0C30-41CB-A244-3D6A95E90012}" type="pres">
      <dgm:prSet presAssocID="{BB1EFACD-36FA-4E30-A8E9-0E7558A6663B}" presName="transSpace" presStyleCnt="0"/>
      <dgm:spPr/>
    </dgm:pt>
    <dgm:pt modelId="{4965411F-4FAA-47A3-9233-4CFD722B24D4}" type="pres">
      <dgm:prSet presAssocID="{405A7E14-088C-41F9-AB9D-ACAF16360949}" presName="posSpace" presStyleCnt="0"/>
      <dgm:spPr/>
    </dgm:pt>
    <dgm:pt modelId="{81BD2A15-1A23-44C9-BB37-A7CE930F228B}" type="pres">
      <dgm:prSet presAssocID="{405A7E14-088C-41F9-AB9D-ACAF16360949}" presName="vertFlow" presStyleCnt="0"/>
      <dgm:spPr/>
    </dgm:pt>
    <dgm:pt modelId="{1DB3C9EB-4622-467A-866E-AA7B0090B6BF}" type="pres">
      <dgm:prSet presAssocID="{405A7E14-088C-41F9-AB9D-ACAF16360949}" presName="topSpace" presStyleCnt="0"/>
      <dgm:spPr/>
    </dgm:pt>
    <dgm:pt modelId="{9E2BC5F7-99AA-4B38-9ECA-4096BEA7F76F}" type="pres">
      <dgm:prSet presAssocID="{405A7E14-088C-41F9-AB9D-ACAF16360949}" presName="firstComp" presStyleCnt="0"/>
      <dgm:spPr/>
    </dgm:pt>
    <dgm:pt modelId="{EF406AD0-606A-4381-8E3C-89060C8D8CD8}" type="pres">
      <dgm:prSet presAssocID="{405A7E14-088C-41F9-AB9D-ACAF16360949}" presName="firstChild" presStyleLbl="bgAccFollowNode1" presStyleIdx="3" presStyleCnt="4"/>
      <dgm:spPr/>
    </dgm:pt>
    <dgm:pt modelId="{61C42C11-D86F-4865-86F2-F320149B5E01}" type="pres">
      <dgm:prSet presAssocID="{405A7E14-088C-41F9-AB9D-ACAF16360949}" presName="firstChildTx" presStyleLbl="bgAccFollowNode1" presStyleIdx="3" presStyleCnt="4">
        <dgm:presLayoutVars>
          <dgm:bulletEnabled val="1"/>
        </dgm:presLayoutVars>
      </dgm:prSet>
      <dgm:spPr/>
    </dgm:pt>
    <dgm:pt modelId="{50E596A3-46F4-495F-96B6-860D35035EE2}" type="pres">
      <dgm:prSet presAssocID="{405A7E14-088C-41F9-AB9D-ACAF16360949}" presName="negSpace" presStyleCnt="0"/>
      <dgm:spPr/>
    </dgm:pt>
    <dgm:pt modelId="{2986BE26-0569-4273-8466-57FF8F59A654}" type="pres">
      <dgm:prSet presAssocID="{405A7E14-088C-41F9-AB9D-ACAF16360949}" presName="circle" presStyleLbl="node1" presStyleIdx="3" presStyleCnt="4"/>
      <dgm:spPr/>
    </dgm:pt>
  </dgm:ptLst>
  <dgm:cxnLst>
    <dgm:cxn modelId="{E9FF9202-1F8D-4931-8641-3A795B7722BE}" srcId="{405A7E14-088C-41F9-AB9D-ACAF16360949}" destId="{27011093-D8E6-469D-B2F8-FC30F694AF12}" srcOrd="0" destOrd="0" parTransId="{A9E85749-27D6-41B2-A2EF-2F41DC83C9BA}" sibTransId="{4BAEE1D1-98CD-413F-BFAC-2960D7BA0565}"/>
    <dgm:cxn modelId="{04498A0E-D0E1-465E-A751-18A3BD03B1A2}" type="presOf" srcId="{50034D69-11B9-4768-AA68-E9F3A4959EA1}" destId="{BAC421AB-9B28-474B-8522-4051CAC08177}" srcOrd="1" destOrd="0" presId="urn:microsoft.com/office/officeart/2005/8/layout/hList9"/>
    <dgm:cxn modelId="{E406390F-3D75-4F8F-A7A7-94F1C937B185}" srcId="{2EB975BC-385B-4B37-AD54-00665A7F78AA}" destId="{4B839418-71E0-4CD5-BD1D-2E0351105ED6}" srcOrd="2" destOrd="0" parTransId="{FCD41DB9-0BAA-4507-8BD2-93A5F8B75AF3}" sibTransId="{BB1EFACD-36FA-4E30-A8E9-0E7558A6663B}"/>
    <dgm:cxn modelId="{8F6C7929-18B8-4D53-87E4-07FAE4226E73}" type="presOf" srcId="{405A7E14-088C-41F9-AB9D-ACAF16360949}" destId="{2986BE26-0569-4273-8466-57FF8F59A654}" srcOrd="0" destOrd="0" presId="urn:microsoft.com/office/officeart/2005/8/layout/hList9"/>
    <dgm:cxn modelId="{EDABAF37-5F6F-4886-A119-3AC144B4ACBE}" type="presOf" srcId="{27011093-D8E6-469D-B2F8-FC30F694AF12}" destId="{61C42C11-D86F-4865-86F2-F320149B5E01}" srcOrd="1" destOrd="0" presId="urn:microsoft.com/office/officeart/2005/8/layout/hList9"/>
    <dgm:cxn modelId="{8092CE39-6AA1-4793-B92A-E5C189FEE4D3}" type="presOf" srcId="{4B839418-71E0-4CD5-BD1D-2E0351105ED6}" destId="{13878153-4421-45F0-A5CF-19DA87E45B36}" srcOrd="0" destOrd="0" presId="urn:microsoft.com/office/officeart/2005/8/layout/hList9"/>
    <dgm:cxn modelId="{CD462963-6193-48A7-B0FA-63E67FA568BB}" type="presOf" srcId="{97E9F40F-7733-4052-8204-561CB1B9D12C}" destId="{5F79D99C-C00E-49D8-9187-660425C48A4F}" srcOrd="0" destOrd="0" presId="urn:microsoft.com/office/officeart/2005/8/layout/hList9"/>
    <dgm:cxn modelId="{01468266-77DC-4D3C-BF90-DC9E1F28987F}" srcId="{4B839418-71E0-4CD5-BD1D-2E0351105ED6}" destId="{97E9F40F-7733-4052-8204-561CB1B9D12C}" srcOrd="0" destOrd="0" parTransId="{100553BB-53FE-446D-91BD-31659C021952}" sibTransId="{435E0544-DC4B-4E95-A5B6-CDFC4D3B28BB}"/>
    <dgm:cxn modelId="{F7BC904B-0378-4502-95FD-BBF8AE117879}" type="presOf" srcId="{F784FF4E-FE16-4D2A-B84A-15CEF33DCD2C}" destId="{4CBBE1A4-EDD1-46CF-BF9F-BF091BF4A41F}" srcOrd="0" destOrd="0" presId="urn:microsoft.com/office/officeart/2005/8/layout/hList9"/>
    <dgm:cxn modelId="{3A91984B-B270-4BF9-A860-B672871A22A3}" type="presOf" srcId="{7E714EBD-224A-4DBE-8E48-0AAC35774898}" destId="{A43CA28C-A325-492E-8C80-165A5ED93300}" srcOrd="0" destOrd="0" presId="urn:microsoft.com/office/officeart/2005/8/layout/hList9"/>
    <dgm:cxn modelId="{37C8E27D-E1C6-4875-AB06-F862135DA9E2}" type="presOf" srcId="{97E9F40F-7733-4052-8204-561CB1B9D12C}" destId="{CE7F9D1B-F9EC-483E-AB38-3FA19A07A575}" srcOrd="1" destOrd="0" presId="urn:microsoft.com/office/officeart/2005/8/layout/hList9"/>
    <dgm:cxn modelId="{D6662F8F-64C2-4DAF-942B-06AEDF01C847}" type="presOf" srcId="{9EE1CE13-F5A6-48F6-9455-C84FD7878E7D}" destId="{9DA78A27-C137-441E-8D8E-8E6BF067E038}" srcOrd="0" destOrd="0" presId="urn:microsoft.com/office/officeart/2005/8/layout/hList9"/>
    <dgm:cxn modelId="{09886AA4-9111-48FE-ADB8-12C1943A268E}" type="presOf" srcId="{27011093-D8E6-469D-B2F8-FC30F694AF12}" destId="{EF406AD0-606A-4381-8E3C-89060C8D8CD8}" srcOrd="0" destOrd="0" presId="urn:microsoft.com/office/officeart/2005/8/layout/hList9"/>
    <dgm:cxn modelId="{BFC674A8-1468-48A0-AE64-AA6B1FBCE931}" type="presOf" srcId="{7E714EBD-224A-4DBE-8E48-0AAC35774898}" destId="{50E4B1D1-6DAE-4C64-8B8F-EE9800E48510}" srcOrd="1" destOrd="0" presId="urn:microsoft.com/office/officeart/2005/8/layout/hList9"/>
    <dgm:cxn modelId="{B474A2BC-D04B-4EC7-83FA-351C474D11C1}" srcId="{2EB975BC-385B-4B37-AD54-00665A7F78AA}" destId="{F784FF4E-FE16-4D2A-B84A-15CEF33DCD2C}" srcOrd="1" destOrd="0" parTransId="{B58C0D1F-3337-408F-A355-00C78018F829}" sibTransId="{A96B661A-1B3C-413A-A4CF-F7FE8F4EBC13}"/>
    <dgm:cxn modelId="{9AB607BE-1CB6-4033-AFC8-540BFA508AB7}" type="presOf" srcId="{50034D69-11B9-4768-AA68-E9F3A4959EA1}" destId="{CCFE8BCC-14BC-4153-97FB-CA0EA26EDBCF}" srcOrd="0" destOrd="0" presId="urn:microsoft.com/office/officeart/2005/8/layout/hList9"/>
    <dgm:cxn modelId="{0C08AABF-697D-40B3-BE1A-F78CD13BC53D}" srcId="{F784FF4E-FE16-4D2A-B84A-15CEF33DCD2C}" destId="{7E714EBD-224A-4DBE-8E48-0AAC35774898}" srcOrd="0" destOrd="0" parTransId="{D495F43B-2481-4CEA-9F83-FF73A0EAEA7A}" sibTransId="{0DA62031-901F-4262-82FB-FBAE70322196}"/>
    <dgm:cxn modelId="{A1C1B2E7-EAD5-4991-B198-B6479A452235}" srcId="{9EE1CE13-F5A6-48F6-9455-C84FD7878E7D}" destId="{50034D69-11B9-4768-AA68-E9F3A4959EA1}" srcOrd="0" destOrd="0" parTransId="{23A68B30-12CC-4609-8021-9F799BDA8B9F}" sibTransId="{A0186D98-61CA-49C6-A4E2-528DFC8366DA}"/>
    <dgm:cxn modelId="{D8ED6DF2-5878-4F7E-8AD4-4AE8FE96B3F3}" type="presOf" srcId="{2EB975BC-385B-4B37-AD54-00665A7F78AA}" destId="{A1C82244-A0A5-4437-AD53-7AEC78B7343B}" srcOrd="0" destOrd="0" presId="urn:microsoft.com/office/officeart/2005/8/layout/hList9"/>
    <dgm:cxn modelId="{5F8AFEFD-92C9-47E9-A063-5698F232CA7E}" srcId="{2EB975BC-385B-4B37-AD54-00665A7F78AA}" destId="{9EE1CE13-F5A6-48F6-9455-C84FD7878E7D}" srcOrd="0" destOrd="0" parTransId="{090EFB9A-CA77-4CA8-89D3-45122E3E35F9}" sibTransId="{3EEF5866-7473-437E-BE37-0674987CAACE}"/>
    <dgm:cxn modelId="{3D9DE0FE-68A7-417A-97FD-7CD01F8B03ED}" srcId="{2EB975BC-385B-4B37-AD54-00665A7F78AA}" destId="{405A7E14-088C-41F9-AB9D-ACAF16360949}" srcOrd="3" destOrd="0" parTransId="{E64025D8-6972-44A9-BD24-1C1DD591917A}" sibTransId="{05523ABA-6A51-44E8-A38D-AA218CB55164}"/>
    <dgm:cxn modelId="{4F1C182A-68AF-4847-BE3C-74BFD9949C88}" type="presParOf" srcId="{A1C82244-A0A5-4437-AD53-7AEC78B7343B}" destId="{333F34CC-F57E-4158-B6B5-CAC5AAD13FB4}" srcOrd="0" destOrd="0" presId="urn:microsoft.com/office/officeart/2005/8/layout/hList9"/>
    <dgm:cxn modelId="{4A134FE5-7AB1-4C51-9C4E-B85D6ACCF67F}" type="presParOf" srcId="{A1C82244-A0A5-4437-AD53-7AEC78B7343B}" destId="{B854F003-9B9E-42E2-8F62-24E9B9CB1436}" srcOrd="1" destOrd="0" presId="urn:microsoft.com/office/officeart/2005/8/layout/hList9"/>
    <dgm:cxn modelId="{EE8C0BB9-7BD3-4495-8213-A2D44A7FC8AD}" type="presParOf" srcId="{B854F003-9B9E-42E2-8F62-24E9B9CB1436}" destId="{C8102E06-967E-4988-80F7-D0F1A909ED29}" srcOrd="0" destOrd="0" presId="urn:microsoft.com/office/officeart/2005/8/layout/hList9"/>
    <dgm:cxn modelId="{8B0F7127-4C77-416D-B025-645653ADD61A}" type="presParOf" srcId="{B854F003-9B9E-42E2-8F62-24E9B9CB1436}" destId="{5E2A0F8E-9A3B-4791-B101-ADCE9382320F}" srcOrd="1" destOrd="0" presId="urn:microsoft.com/office/officeart/2005/8/layout/hList9"/>
    <dgm:cxn modelId="{90D837F5-8961-4754-BF1C-0AE43F466F01}" type="presParOf" srcId="{5E2A0F8E-9A3B-4791-B101-ADCE9382320F}" destId="{CCFE8BCC-14BC-4153-97FB-CA0EA26EDBCF}" srcOrd="0" destOrd="0" presId="urn:microsoft.com/office/officeart/2005/8/layout/hList9"/>
    <dgm:cxn modelId="{9C4CFA9E-7BB4-4B38-B459-7B007DE8D8DE}" type="presParOf" srcId="{5E2A0F8E-9A3B-4791-B101-ADCE9382320F}" destId="{BAC421AB-9B28-474B-8522-4051CAC08177}" srcOrd="1" destOrd="0" presId="urn:microsoft.com/office/officeart/2005/8/layout/hList9"/>
    <dgm:cxn modelId="{3AB15468-229E-45CE-A6AF-0FCE0407E150}" type="presParOf" srcId="{A1C82244-A0A5-4437-AD53-7AEC78B7343B}" destId="{71D9A7BF-598D-4120-9B8A-7DDE459850AE}" srcOrd="2" destOrd="0" presId="urn:microsoft.com/office/officeart/2005/8/layout/hList9"/>
    <dgm:cxn modelId="{75D6CD41-B940-44C2-A1FC-63B877B755A0}" type="presParOf" srcId="{A1C82244-A0A5-4437-AD53-7AEC78B7343B}" destId="{9DA78A27-C137-441E-8D8E-8E6BF067E038}" srcOrd="3" destOrd="0" presId="urn:microsoft.com/office/officeart/2005/8/layout/hList9"/>
    <dgm:cxn modelId="{44AB0F89-BE45-4166-AC51-E0E4E3848305}" type="presParOf" srcId="{A1C82244-A0A5-4437-AD53-7AEC78B7343B}" destId="{711F8E67-01F8-4544-AB6C-CF85E5A6F4F2}" srcOrd="4" destOrd="0" presId="urn:microsoft.com/office/officeart/2005/8/layout/hList9"/>
    <dgm:cxn modelId="{D9A340FC-BB8D-45E6-BDD0-5578691DC37F}" type="presParOf" srcId="{A1C82244-A0A5-4437-AD53-7AEC78B7343B}" destId="{8A91E0F5-F795-4B4B-B191-733F8BEE11B0}" srcOrd="5" destOrd="0" presId="urn:microsoft.com/office/officeart/2005/8/layout/hList9"/>
    <dgm:cxn modelId="{1CEDF1C8-1632-41D1-95D4-45D9B5B047E5}" type="presParOf" srcId="{A1C82244-A0A5-4437-AD53-7AEC78B7343B}" destId="{BB58ED9C-77FE-4946-97F3-98AA45A53BD8}" srcOrd="6" destOrd="0" presId="urn:microsoft.com/office/officeart/2005/8/layout/hList9"/>
    <dgm:cxn modelId="{E45F362E-872D-4FDE-A21C-0BE4F277CD32}" type="presParOf" srcId="{BB58ED9C-77FE-4946-97F3-98AA45A53BD8}" destId="{A6831293-F6FC-4C71-8757-1224931E647D}" srcOrd="0" destOrd="0" presId="urn:microsoft.com/office/officeart/2005/8/layout/hList9"/>
    <dgm:cxn modelId="{A6BF8A22-4E69-489C-9911-11E9CB2C6FA8}" type="presParOf" srcId="{BB58ED9C-77FE-4946-97F3-98AA45A53BD8}" destId="{B86D3390-2F0E-46C7-B246-E62CC21D56F9}" srcOrd="1" destOrd="0" presId="urn:microsoft.com/office/officeart/2005/8/layout/hList9"/>
    <dgm:cxn modelId="{57C67C04-AD3D-47E7-ACDF-222A888403E2}" type="presParOf" srcId="{B86D3390-2F0E-46C7-B246-E62CC21D56F9}" destId="{A43CA28C-A325-492E-8C80-165A5ED93300}" srcOrd="0" destOrd="0" presId="urn:microsoft.com/office/officeart/2005/8/layout/hList9"/>
    <dgm:cxn modelId="{D1CED304-875F-4156-9CFD-6BD0A034889B}" type="presParOf" srcId="{B86D3390-2F0E-46C7-B246-E62CC21D56F9}" destId="{50E4B1D1-6DAE-4C64-8B8F-EE9800E48510}" srcOrd="1" destOrd="0" presId="urn:microsoft.com/office/officeart/2005/8/layout/hList9"/>
    <dgm:cxn modelId="{551F78E0-B9F0-4520-A253-8BF0C5B967DD}" type="presParOf" srcId="{A1C82244-A0A5-4437-AD53-7AEC78B7343B}" destId="{B83C5E68-C4FE-4B7F-BB64-1CB8B91A7998}" srcOrd="7" destOrd="0" presId="urn:microsoft.com/office/officeart/2005/8/layout/hList9"/>
    <dgm:cxn modelId="{E10E1910-F4E7-49E2-9AAA-C8B0A8FDA4D9}" type="presParOf" srcId="{A1C82244-A0A5-4437-AD53-7AEC78B7343B}" destId="{4CBBE1A4-EDD1-46CF-BF9F-BF091BF4A41F}" srcOrd="8" destOrd="0" presId="urn:microsoft.com/office/officeart/2005/8/layout/hList9"/>
    <dgm:cxn modelId="{652A194B-152A-4EA6-BD6A-E4D8040D8CE5}" type="presParOf" srcId="{A1C82244-A0A5-4437-AD53-7AEC78B7343B}" destId="{FA479E20-CD46-4F42-A3C1-11D4AD22D3B1}" srcOrd="9" destOrd="0" presId="urn:microsoft.com/office/officeart/2005/8/layout/hList9"/>
    <dgm:cxn modelId="{472492C5-CFED-4600-AA8D-3833E43BF816}" type="presParOf" srcId="{A1C82244-A0A5-4437-AD53-7AEC78B7343B}" destId="{5B9175BA-11FE-45E8-BFAC-819F83EBA998}" srcOrd="10" destOrd="0" presId="urn:microsoft.com/office/officeart/2005/8/layout/hList9"/>
    <dgm:cxn modelId="{1DDB40B9-998F-455C-BF3F-8CD618EF6D56}" type="presParOf" srcId="{A1C82244-A0A5-4437-AD53-7AEC78B7343B}" destId="{CE07B244-FB1D-4603-85D1-97E11D0CE9E3}" srcOrd="11" destOrd="0" presId="urn:microsoft.com/office/officeart/2005/8/layout/hList9"/>
    <dgm:cxn modelId="{FB407527-74EE-4A3D-A95F-85301982F2D6}" type="presParOf" srcId="{CE07B244-FB1D-4603-85D1-97E11D0CE9E3}" destId="{9E23FE49-BD99-4AD4-9491-8567EAE30E32}" srcOrd="0" destOrd="0" presId="urn:microsoft.com/office/officeart/2005/8/layout/hList9"/>
    <dgm:cxn modelId="{E04CD89C-29AA-4CA7-BF77-E34943E554B1}" type="presParOf" srcId="{CE07B244-FB1D-4603-85D1-97E11D0CE9E3}" destId="{A7568B02-3404-41E9-B91C-548AA6864EF0}" srcOrd="1" destOrd="0" presId="urn:microsoft.com/office/officeart/2005/8/layout/hList9"/>
    <dgm:cxn modelId="{69923328-FC7E-4148-AF62-265F61ADF87A}" type="presParOf" srcId="{A7568B02-3404-41E9-B91C-548AA6864EF0}" destId="{5F79D99C-C00E-49D8-9187-660425C48A4F}" srcOrd="0" destOrd="0" presId="urn:microsoft.com/office/officeart/2005/8/layout/hList9"/>
    <dgm:cxn modelId="{6D5A9143-3F29-4927-895C-64346B6F6AED}" type="presParOf" srcId="{A7568B02-3404-41E9-B91C-548AA6864EF0}" destId="{CE7F9D1B-F9EC-483E-AB38-3FA19A07A575}" srcOrd="1" destOrd="0" presId="urn:microsoft.com/office/officeart/2005/8/layout/hList9"/>
    <dgm:cxn modelId="{4355CFB8-3345-4782-A412-4D756E68B503}" type="presParOf" srcId="{A1C82244-A0A5-4437-AD53-7AEC78B7343B}" destId="{CDE039F6-2B3E-4E46-BD8C-8C583221A31B}" srcOrd="12" destOrd="0" presId="urn:microsoft.com/office/officeart/2005/8/layout/hList9"/>
    <dgm:cxn modelId="{EC392A1C-7CC4-4192-B390-6DF7A77E91E5}" type="presParOf" srcId="{A1C82244-A0A5-4437-AD53-7AEC78B7343B}" destId="{13878153-4421-45F0-A5CF-19DA87E45B36}" srcOrd="13" destOrd="0" presId="urn:microsoft.com/office/officeart/2005/8/layout/hList9"/>
    <dgm:cxn modelId="{51556CA4-B118-44BF-AE12-FBC0668E9652}" type="presParOf" srcId="{A1C82244-A0A5-4437-AD53-7AEC78B7343B}" destId="{D8E6DEF4-0C30-41CB-A244-3D6A95E90012}" srcOrd="14" destOrd="0" presId="urn:microsoft.com/office/officeart/2005/8/layout/hList9"/>
    <dgm:cxn modelId="{D8EBDB88-6CE1-43A7-B7FF-7AF633336180}" type="presParOf" srcId="{A1C82244-A0A5-4437-AD53-7AEC78B7343B}" destId="{4965411F-4FAA-47A3-9233-4CFD722B24D4}" srcOrd="15" destOrd="0" presId="urn:microsoft.com/office/officeart/2005/8/layout/hList9"/>
    <dgm:cxn modelId="{37FFDB0C-D162-41E8-884B-A37A09BF7183}" type="presParOf" srcId="{A1C82244-A0A5-4437-AD53-7AEC78B7343B}" destId="{81BD2A15-1A23-44C9-BB37-A7CE930F228B}" srcOrd="16" destOrd="0" presId="urn:microsoft.com/office/officeart/2005/8/layout/hList9"/>
    <dgm:cxn modelId="{D74D2F13-94B1-43AB-8591-6C831C3E7472}" type="presParOf" srcId="{81BD2A15-1A23-44C9-BB37-A7CE930F228B}" destId="{1DB3C9EB-4622-467A-866E-AA7B0090B6BF}" srcOrd="0" destOrd="0" presId="urn:microsoft.com/office/officeart/2005/8/layout/hList9"/>
    <dgm:cxn modelId="{10FB6C5A-ACE8-4B1E-AD21-25AD185487A2}" type="presParOf" srcId="{81BD2A15-1A23-44C9-BB37-A7CE930F228B}" destId="{9E2BC5F7-99AA-4B38-9ECA-4096BEA7F76F}" srcOrd="1" destOrd="0" presId="urn:microsoft.com/office/officeart/2005/8/layout/hList9"/>
    <dgm:cxn modelId="{03626129-2426-4737-97F0-90B3F878F0EC}" type="presParOf" srcId="{9E2BC5F7-99AA-4B38-9ECA-4096BEA7F76F}" destId="{EF406AD0-606A-4381-8E3C-89060C8D8CD8}" srcOrd="0" destOrd="0" presId="urn:microsoft.com/office/officeart/2005/8/layout/hList9"/>
    <dgm:cxn modelId="{00F564E4-C891-4979-8E67-2F86DAC13858}" type="presParOf" srcId="{9E2BC5F7-99AA-4B38-9ECA-4096BEA7F76F}" destId="{61C42C11-D86F-4865-86F2-F320149B5E01}" srcOrd="1" destOrd="0" presId="urn:microsoft.com/office/officeart/2005/8/layout/hList9"/>
    <dgm:cxn modelId="{5AFDFD06-5B2A-4B7A-B410-17569DA9B3AE}" type="presParOf" srcId="{A1C82244-A0A5-4437-AD53-7AEC78B7343B}" destId="{50E596A3-46F4-495F-96B6-860D35035EE2}" srcOrd="17" destOrd="0" presId="urn:microsoft.com/office/officeart/2005/8/layout/hList9"/>
    <dgm:cxn modelId="{7FAB368F-D9DA-427E-8E75-F37BACD5F982}" type="presParOf" srcId="{A1C82244-A0A5-4437-AD53-7AEC78B7343B}" destId="{2986BE26-0569-4273-8466-57FF8F59A654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E8BCC-14BC-4153-97FB-CA0EA26EDBCF}">
      <dsp:nvSpPr>
        <dsp:cNvPr id="0" name=""/>
        <dsp:cNvSpPr/>
      </dsp:nvSpPr>
      <dsp:spPr>
        <a:xfrm>
          <a:off x="863249" y="701997"/>
          <a:ext cx="1607762" cy="1072377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DIGITOS 1 e 2: Identificação de idioma</a:t>
          </a:r>
        </a:p>
      </dsp:txBody>
      <dsp:txXfrm>
        <a:off x="1120491" y="701997"/>
        <a:ext cx="1350520" cy="1072377"/>
      </dsp:txXfrm>
    </dsp:sp>
    <dsp:sp modelId="{9DA78A27-C137-441E-8D8E-8E6BF067E038}">
      <dsp:nvSpPr>
        <dsp:cNvPr id="0" name=""/>
        <dsp:cNvSpPr/>
      </dsp:nvSpPr>
      <dsp:spPr>
        <a:xfrm>
          <a:off x="5776" y="273260"/>
          <a:ext cx="1071841" cy="1071841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XX</a:t>
          </a:r>
        </a:p>
      </dsp:txBody>
      <dsp:txXfrm>
        <a:off x="162743" y="430227"/>
        <a:ext cx="757907" cy="757907"/>
      </dsp:txXfrm>
    </dsp:sp>
    <dsp:sp modelId="{A43CA28C-A325-492E-8C80-165A5ED93300}">
      <dsp:nvSpPr>
        <dsp:cNvPr id="0" name=""/>
        <dsp:cNvSpPr/>
      </dsp:nvSpPr>
      <dsp:spPr>
        <a:xfrm>
          <a:off x="3542853" y="701997"/>
          <a:ext cx="1607762" cy="1072377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DIGITOS 3 e 4: IDENTFICAÇÃO DE CAPITULO</a:t>
          </a:r>
        </a:p>
      </dsp:txBody>
      <dsp:txXfrm>
        <a:off x="3800095" y="701997"/>
        <a:ext cx="1350520" cy="1072377"/>
      </dsp:txXfrm>
    </dsp:sp>
    <dsp:sp modelId="{4CBBE1A4-EDD1-46CF-BF9F-BF091BF4A41F}">
      <dsp:nvSpPr>
        <dsp:cNvPr id="0" name=""/>
        <dsp:cNvSpPr/>
      </dsp:nvSpPr>
      <dsp:spPr>
        <a:xfrm>
          <a:off x="2685380" y="273260"/>
          <a:ext cx="1071841" cy="1071841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CX</a:t>
          </a:r>
        </a:p>
      </dsp:txBody>
      <dsp:txXfrm>
        <a:off x="2842347" y="430227"/>
        <a:ext cx="757907" cy="757907"/>
      </dsp:txXfrm>
    </dsp:sp>
    <dsp:sp modelId="{5F79D99C-C00E-49D8-9187-660425C48A4F}">
      <dsp:nvSpPr>
        <dsp:cNvPr id="0" name=""/>
        <dsp:cNvSpPr/>
      </dsp:nvSpPr>
      <dsp:spPr>
        <a:xfrm>
          <a:off x="6222457" y="701997"/>
          <a:ext cx="1607762" cy="1072377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DIGITOS 4 e 5: IDENTIFICAÇÃO DE PARTE DO CAPITULO</a:t>
          </a:r>
        </a:p>
      </dsp:txBody>
      <dsp:txXfrm>
        <a:off x="6479699" y="701997"/>
        <a:ext cx="1350520" cy="1072377"/>
      </dsp:txXfrm>
    </dsp:sp>
    <dsp:sp modelId="{13878153-4421-45F0-A5CF-19DA87E45B36}">
      <dsp:nvSpPr>
        <dsp:cNvPr id="0" name=""/>
        <dsp:cNvSpPr/>
      </dsp:nvSpPr>
      <dsp:spPr>
        <a:xfrm>
          <a:off x="5364984" y="273260"/>
          <a:ext cx="1071841" cy="1071841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PX</a:t>
          </a:r>
        </a:p>
      </dsp:txBody>
      <dsp:txXfrm>
        <a:off x="5521951" y="430227"/>
        <a:ext cx="757907" cy="757907"/>
      </dsp:txXfrm>
    </dsp:sp>
    <dsp:sp modelId="{EF406AD0-606A-4381-8E3C-89060C8D8CD8}">
      <dsp:nvSpPr>
        <dsp:cNvPr id="0" name=""/>
        <dsp:cNvSpPr/>
      </dsp:nvSpPr>
      <dsp:spPr>
        <a:xfrm>
          <a:off x="8902061" y="701997"/>
          <a:ext cx="1607762" cy="1072377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DIGITOS 7, 8, 9 E 10: IDENTIFICAÇÃO DE TIPO DE CAPITULO</a:t>
          </a:r>
        </a:p>
      </dsp:txBody>
      <dsp:txXfrm>
        <a:off x="9159303" y="701997"/>
        <a:ext cx="1350520" cy="1072377"/>
      </dsp:txXfrm>
    </dsp:sp>
    <dsp:sp modelId="{2986BE26-0569-4273-8466-57FF8F59A654}">
      <dsp:nvSpPr>
        <dsp:cNvPr id="0" name=""/>
        <dsp:cNvSpPr/>
      </dsp:nvSpPr>
      <dsp:spPr>
        <a:xfrm>
          <a:off x="8044588" y="273260"/>
          <a:ext cx="1071841" cy="10718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SXXX</a:t>
          </a:r>
        </a:p>
      </dsp:txBody>
      <dsp:txXfrm>
        <a:off x="8201555" y="430227"/>
        <a:ext cx="757907" cy="7579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E8BCC-14BC-4153-97FB-CA0EA26EDBCF}">
      <dsp:nvSpPr>
        <dsp:cNvPr id="0" name=""/>
        <dsp:cNvSpPr/>
      </dsp:nvSpPr>
      <dsp:spPr>
        <a:xfrm>
          <a:off x="863249" y="701997"/>
          <a:ext cx="1607762" cy="1072377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Idioma Português</a:t>
          </a:r>
        </a:p>
      </dsp:txBody>
      <dsp:txXfrm>
        <a:off x="1120491" y="701997"/>
        <a:ext cx="1350520" cy="1072377"/>
      </dsp:txXfrm>
    </dsp:sp>
    <dsp:sp modelId="{9DA78A27-C137-441E-8D8E-8E6BF067E038}">
      <dsp:nvSpPr>
        <dsp:cNvPr id="0" name=""/>
        <dsp:cNvSpPr/>
      </dsp:nvSpPr>
      <dsp:spPr>
        <a:xfrm>
          <a:off x="5776" y="273260"/>
          <a:ext cx="1071841" cy="1071841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PT</a:t>
          </a:r>
        </a:p>
      </dsp:txBody>
      <dsp:txXfrm>
        <a:off x="162743" y="430227"/>
        <a:ext cx="757907" cy="757907"/>
      </dsp:txXfrm>
    </dsp:sp>
    <dsp:sp modelId="{A43CA28C-A325-492E-8C80-165A5ED93300}">
      <dsp:nvSpPr>
        <dsp:cNvPr id="0" name=""/>
        <dsp:cNvSpPr/>
      </dsp:nvSpPr>
      <dsp:spPr>
        <a:xfrm>
          <a:off x="3542853" y="701997"/>
          <a:ext cx="1607762" cy="1072377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 = Capitulo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1 = Numero de ordenação</a:t>
          </a:r>
        </a:p>
      </dsp:txBody>
      <dsp:txXfrm>
        <a:off x="3800095" y="701997"/>
        <a:ext cx="1350520" cy="1072377"/>
      </dsp:txXfrm>
    </dsp:sp>
    <dsp:sp modelId="{4CBBE1A4-EDD1-46CF-BF9F-BF091BF4A41F}">
      <dsp:nvSpPr>
        <dsp:cNvPr id="0" name=""/>
        <dsp:cNvSpPr/>
      </dsp:nvSpPr>
      <dsp:spPr>
        <a:xfrm>
          <a:off x="2685380" y="273260"/>
          <a:ext cx="1071841" cy="1071841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C1</a:t>
          </a:r>
        </a:p>
      </dsp:txBody>
      <dsp:txXfrm>
        <a:off x="2842347" y="430227"/>
        <a:ext cx="757907" cy="757907"/>
      </dsp:txXfrm>
    </dsp:sp>
    <dsp:sp modelId="{5F79D99C-C00E-49D8-9187-660425C48A4F}">
      <dsp:nvSpPr>
        <dsp:cNvPr id="0" name=""/>
        <dsp:cNvSpPr/>
      </dsp:nvSpPr>
      <dsp:spPr>
        <a:xfrm>
          <a:off x="6222457" y="701997"/>
          <a:ext cx="1607762" cy="1072377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P = Parte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1 = Numero de ordenação</a:t>
          </a:r>
        </a:p>
      </dsp:txBody>
      <dsp:txXfrm>
        <a:off x="6479699" y="701997"/>
        <a:ext cx="1350520" cy="1072377"/>
      </dsp:txXfrm>
    </dsp:sp>
    <dsp:sp modelId="{13878153-4421-45F0-A5CF-19DA87E45B36}">
      <dsp:nvSpPr>
        <dsp:cNvPr id="0" name=""/>
        <dsp:cNvSpPr/>
      </dsp:nvSpPr>
      <dsp:spPr>
        <a:xfrm>
          <a:off x="5364984" y="273260"/>
          <a:ext cx="1071841" cy="1071841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P1</a:t>
          </a:r>
        </a:p>
      </dsp:txBody>
      <dsp:txXfrm>
        <a:off x="5521951" y="430227"/>
        <a:ext cx="757907" cy="757907"/>
      </dsp:txXfrm>
    </dsp:sp>
    <dsp:sp modelId="{EF406AD0-606A-4381-8E3C-89060C8D8CD8}">
      <dsp:nvSpPr>
        <dsp:cNvPr id="0" name=""/>
        <dsp:cNvSpPr/>
      </dsp:nvSpPr>
      <dsp:spPr>
        <a:xfrm>
          <a:off x="8902061" y="701997"/>
          <a:ext cx="1607762" cy="1072377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 = Tipo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001 = Numero de ordenação</a:t>
          </a:r>
        </a:p>
      </dsp:txBody>
      <dsp:txXfrm>
        <a:off x="9159303" y="701997"/>
        <a:ext cx="1350520" cy="1072377"/>
      </dsp:txXfrm>
    </dsp:sp>
    <dsp:sp modelId="{2986BE26-0569-4273-8466-57FF8F59A654}">
      <dsp:nvSpPr>
        <dsp:cNvPr id="0" name=""/>
        <dsp:cNvSpPr/>
      </dsp:nvSpPr>
      <dsp:spPr>
        <a:xfrm>
          <a:off x="8044588" y="273260"/>
          <a:ext cx="1071841" cy="10718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S001</a:t>
          </a:r>
        </a:p>
      </dsp:txBody>
      <dsp:txXfrm>
        <a:off x="8201555" y="430227"/>
        <a:ext cx="757907" cy="757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4C9F5-D1C3-4A25-808C-38C57C5DD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3F5F93-916E-4EF0-B094-D5B3044AC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759323-A11E-4D57-B3AE-B84C4821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40C040-C891-4669-9627-7284DDD96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8744AC-3B3F-4576-941F-35DFD9A9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2642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1C31B-EDD5-4434-8B4C-CCE12308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89C40A-F34D-4A3C-9122-8CD88BFC1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ED73AA-A42A-4177-A6EF-3C24D4EA4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213D1B-B5DB-4B4B-B2B7-65DEA4EA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F31093-FEF9-4C2C-82A3-EBA4FD18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84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FC784-60CC-4E55-8E59-C7933071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A82E9F-2530-450D-A742-25C64FB69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5D0587-655F-425C-93E2-CAA166968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72CF14-08FF-4C40-8D57-BC42EDB0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A160B8-833E-4633-A99F-8327B689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048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2EAE5-3E92-4392-8ED7-FBBE413F3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EBE7C8-BB11-41C2-9F74-5E482AE84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76304F-B3A8-43B8-B0CC-70B0E80D4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564FDE-2AA3-4923-95BE-7FB8E4CA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40CAFE-8F2A-48CD-AC18-643DD1F8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4A66FB-638E-4963-87ED-463E8841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246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7042D-EA3D-4BE1-ACE2-53F45E71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90822C-F3F5-4B09-A969-C8B761A07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9F2369-5633-4E2C-9B3B-9FD226456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4B7F9AA-9D13-453F-A3F5-C063E4379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1343D1-4581-4D36-ADB3-2A9DD7A33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CAAD177-B4D3-4B75-B63B-E12F67B0B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41BD2F2-6A37-4B36-9BB7-D667CE74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B0971D-BF5A-426B-AB10-05641A27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97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CCCAA-2108-4BC6-BF4E-1E00373F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804131-6602-490B-93DC-463D6E22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329DD4-5753-4F57-AF15-46F12FBA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F9F5D0-9F1E-436B-8425-B4D6CAA3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88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3A65E7B-396A-4381-92B5-30C8EA01A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506221C-A981-47DF-819F-5C0BEC58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08D6A5-FF2B-4AF7-8051-C4CC25AD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66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9EB16-D83F-4E3C-93FD-31AC12A6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BD16FA-DAA0-4A79-A701-C6E138A4C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9205CE-5D75-42A5-AC5A-A48D3B29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4F4A86-8B88-4AC6-8435-AAB58E2BA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DC8C78-BB15-4378-B47D-8DBC7529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F02A81-F789-4E74-8AA1-A097F292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18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6A2F9-5CB0-4487-97CD-C51D82FC3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7365AA4-ADDD-45FA-81BA-EF1CE3495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9137BC-98AF-4D55-8FE3-E98450340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3CEB92-2242-4E6F-AF6C-1C19F8EF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E3DD53-316D-40D3-A16D-C2000DFB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C96A57-0621-4ED2-A316-C7DB017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9903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73BC7-1890-4D46-B56B-A83E5633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E95514-5F76-4228-B45A-FC3214B62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B13A71-0757-4D01-AA35-70D929A4E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E77335-91C5-4F80-8D46-9A126C79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C01187-7317-43DF-85AC-306FBDEA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9422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0F4A58-6456-40D0-A5F0-495E07A82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4BDD64-AB71-4F3D-B9DE-4816E7FB6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7239F5-D262-490B-9CC2-B636E1BEE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1F0CE1-DE51-41AD-9E8A-A5363B71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D0F311-A288-48BC-93AB-C0FA828BC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84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3007D26-6AE7-4E5C-A16D-4A75D398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F69015-5996-4332-914C-2D82F687F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0C7B99-A5DC-4640-BAD9-37FE47613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1AD93-7990-47B5-8BB0-A084723FBC39}" type="datetimeFigureOut">
              <a:rPr lang="pt-BR" smtClean="0"/>
              <a:t>04/08/2020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07DA6C-462B-46FC-9886-E375AA5B5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913C37-A9D0-4B6E-952F-56163A1D1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5C17B-C200-4FEC-A1D7-38FD3EA531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976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8942A-0024-4EDE-ABBA-EBD35461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4000" b="1" dirty="0"/>
              <a:t>CODIFICAÇÃO DE CAPITULOS P/ MANUAIS DE OPERAÇÃO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35119A6-B35B-476C-99B8-76493CEB11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516511"/>
              </p:ext>
            </p:extLst>
          </p:nvPr>
        </p:nvGraphicFramePr>
        <p:xfrm>
          <a:off x="774940" y="1825625"/>
          <a:ext cx="10515600" cy="2047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Espaço Reservado para Conteúdo 3">
            <a:extLst>
              <a:ext uri="{FF2B5EF4-FFF2-40B4-BE49-F238E27FC236}">
                <a16:creationId xmlns:a16="http://schemas.microsoft.com/office/drawing/2014/main" id="{6442C58C-32CC-4107-812B-883CA664B2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470372"/>
              </p:ext>
            </p:extLst>
          </p:nvPr>
        </p:nvGraphicFramePr>
        <p:xfrm>
          <a:off x="774940" y="4629304"/>
          <a:ext cx="10515600" cy="2047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D142B9E0-A088-4B44-A2DB-786353B83804}"/>
              </a:ext>
            </a:extLst>
          </p:cNvPr>
          <p:cNvSpPr txBox="1"/>
          <p:nvPr/>
        </p:nvSpPr>
        <p:spPr>
          <a:xfrm>
            <a:off x="838200" y="4222385"/>
            <a:ext cx="109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144853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73F106E-B125-4F02-BF6C-03A2D803EA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41519"/>
              </p:ext>
            </p:extLst>
          </p:nvPr>
        </p:nvGraphicFramePr>
        <p:xfrm>
          <a:off x="838200" y="1825625"/>
          <a:ext cx="10540041" cy="367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8185">
                  <a:extLst>
                    <a:ext uri="{9D8B030D-6E8A-4147-A177-3AD203B41FA5}">
                      <a16:colId xmlns:a16="http://schemas.microsoft.com/office/drawing/2014/main" val="1629943729"/>
                    </a:ext>
                  </a:extLst>
                </a:gridCol>
                <a:gridCol w="1811547">
                  <a:extLst>
                    <a:ext uri="{9D8B030D-6E8A-4147-A177-3AD203B41FA5}">
                      <a16:colId xmlns:a16="http://schemas.microsoft.com/office/drawing/2014/main" val="1822668861"/>
                    </a:ext>
                  </a:extLst>
                </a:gridCol>
                <a:gridCol w="7220309">
                  <a:extLst>
                    <a:ext uri="{9D8B030D-6E8A-4147-A177-3AD203B41FA5}">
                      <a16:colId xmlns:a16="http://schemas.microsoft.com/office/drawing/2014/main" val="1496180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CRITERIOS DE ORDENAÇÃO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bg1">
                            <a:lumMod val="95000"/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lumMod val="95000"/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lumMod val="95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CODIGO 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bg1">
                            <a:lumMod val="95000"/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lumMod val="95000"/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lumMod val="95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DESCRIÇÃO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bg1">
                            <a:lumMod val="95000"/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lumMod val="95000"/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lumMod val="95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1388428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1º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PT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Idioma Português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3783093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Idioma Inglês 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959464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Idioma Espanhol 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5664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2º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CAPITULO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Divisão Inicial de informações (Padronizado)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1838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3º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PARTE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Fragmentação de um determinado capitulo em subdivisões de acordo com suas respectivas caraterísticas no que se refere a informações especificas ou padronizadas.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38235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4º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TIPO 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Variações de uma determinada parte de um capitulo com aplicação definida conforme layout da maquina a ser configurada.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77495408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8F0729D3-DDBF-4BA1-A748-03CF29172B7B}"/>
              </a:ext>
            </a:extLst>
          </p:cNvPr>
          <p:cNvSpPr txBox="1"/>
          <p:nvPr/>
        </p:nvSpPr>
        <p:spPr>
          <a:xfrm>
            <a:off x="838200" y="1095555"/>
            <a:ext cx="10540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IMPORTANTE: No momento da configuração, a ordenação dos arquivos deve seguir os critérios hierárquicos  definidos na codificação (coluna “CRITÉRIOS DE ORDENAÇÃO”)</a:t>
            </a:r>
          </a:p>
        </p:txBody>
      </p:sp>
    </p:spTree>
    <p:extLst>
      <p:ext uri="{BB962C8B-B14F-4D97-AF65-F5344CB8AC3E}">
        <p14:creationId xmlns:p14="http://schemas.microsoft.com/office/powerpoint/2010/main" val="2055395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CODIFICAÇÃO DE CAPITULOS P/ MANUAIS DE OPERAÇÃO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Alves, Thiago</dc:creator>
  <cp:lastModifiedBy>Alves, Thiago</cp:lastModifiedBy>
  <cp:revision>13</cp:revision>
  <dcterms:created xsi:type="dcterms:W3CDTF">2020-08-04T11:40:06Z</dcterms:created>
  <dcterms:modified xsi:type="dcterms:W3CDTF">2020-08-04T13:11:53Z</dcterms:modified>
</cp:coreProperties>
</file>